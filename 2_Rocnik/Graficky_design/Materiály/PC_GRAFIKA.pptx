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notesMasters/notesMaster1.xml" ContentType="application/vnd.openxmlformats-officedocument.presentationml.notesMaster+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198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35814-8DDF-436A-A2A5-F93A5C7F531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632282C2-011F-49FD-AF77-36E4AC2B209E}">
      <dgm:prSet custT="1"/>
      <dgm:spPr/>
      <dgm:t>
        <a:bodyPr/>
        <a:lstStyle/>
        <a:p>
          <a:r>
            <a:rPr lang="cs-CZ" altLang="cs-CZ" sz="2800" dirty="0" smtClean="0">
              <a:latin typeface="AA ISO" panose="020B0604020202020204" pitchFamily="34" charset="-18"/>
            </a:rPr>
            <a:t>Rastrová grafika</a:t>
          </a:r>
          <a:endParaRPr lang="cs-CZ" altLang="cs-CZ" sz="2800" dirty="0" smtClean="0">
            <a:latin typeface="AA ISO" panose="020B0604020202020204" pitchFamily="34" charset="-18"/>
          </a:endParaRPr>
        </a:p>
      </dgm:t>
    </dgm:pt>
    <dgm:pt modelId="{3BE865CB-7B72-4683-A876-E54E4AB76ACE}" type="parTrans" cxnId="{66F3102E-E71B-4CBA-A6DD-77DA261D742D}">
      <dgm:prSet/>
      <dgm:spPr/>
      <dgm:t>
        <a:bodyPr/>
        <a:lstStyle/>
        <a:p>
          <a:endParaRPr lang="cs-CZ"/>
        </a:p>
      </dgm:t>
    </dgm:pt>
    <dgm:pt modelId="{37943C4F-18F5-4634-B52C-E4A829CCA71A}" type="sibTrans" cxnId="{66F3102E-E71B-4CBA-A6DD-77DA261D742D}">
      <dgm:prSet/>
      <dgm:spPr/>
      <dgm:t>
        <a:bodyPr/>
        <a:lstStyle/>
        <a:p>
          <a:endParaRPr lang="cs-CZ"/>
        </a:p>
      </dgm:t>
    </dgm:pt>
    <dgm:pt modelId="{496619FF-553E-4E79-8BBA-08F7571BA914}">
      <dgm:prSet custT="1"/>
      <dgm:spPr/>
      <dgm:t>
        <a:bodyPr/>
        <a:lstStyle/>
        <a:p>
          <a:r>
            <a:rPr lang="cs-CZ" altLang="cs-CZ" sz="2800" dirty="0" smtClean="0">
              <a:latin typeface="AA ISO" panose="020B0604020202020204" pitchFamily="34" charset="-18"/>
            </a:rPr>
            <a:t>Formáty souborů</a:t>
          </a:r>
          <a:endParaRPr lang="cs-CZ" altLang="cs-CZ" sz="2800" dirty="0" smtClean="0">
            <a:latin typeface="AA ISO" panose="020B0604020202020204" pitchFamily="34" charset="-18"/>
          </a:endParaRPr>
        </a:p>
      </dgm:t>
    </dgm:pt>
    <dgm:pt modelId="{A7B8DBFA-62AA-47D9-B684-CA8ACF69B1F7}" type="parTrans" cxnId="{26D20B6E-C7C5-4322-B148-E1328849AB7B}">
      <dgm:prSet/>
      <dgm:spPr/>
      <dgm:t>
        <a:bodyPr/>
        <a:lstStyle/>
        <a:p>
          <a:endParaRPr lang="cs-CZ"/>
        </a:p>
      </dgm:t>
    </dgm:pt>
    <dgm:pt modelId="{757A612E-18F6-4CAF-BB2C-AA639D40ED97}" type="sibTrans" cxnId="{26D20B6E-C7C5-4322-B148-E1328849AB7B}">
      <dgm:prSet/>
      <dgm:spPr/>
      <dgm:t>
        <a:bodyPr/>
        <a:lstStyle/>
        <a:p>
          <a:endParaRPr lang="cs-CZ"/>
        </a:p>
      </dgm:t>
    </dgm:pt>
    <dgm:pt modelId="{58E9A846-FB62-41DD-957A-A4FA98B9A6EC}">
      <dgm:prSet custT="1"/>
      <dgm:spPr/>
      <dgm:t>
        <a:bodyPr/>
        <a:lstStyle/>
        <a:p>
          <a:r>
            <a:rPr lang="cs-CZ" altLang="cs-CZ" sz="2800" dirty="0" smtClean="0">
              <a:latin typeface="AA ISO" panose="020B0604020202020204" pitchFamily="34" charset="-18"/>
            </a:rPr>
            <a:t>Barevné modely</a:t>
          </a:r>
          <a:endParaRPr lang="cs-CZ" altLang="cs-CZ" sz="2800" dirty="0" smtClean="0">
            <a:latin typeface="AA ISO" panose="020B0604020202020204" pitchFamily="34" charset="-18"/>
          </a:endParaRPr>
        </a:p>
      </dgm:t>
    </dgm:pt>
    <dgm:pt modelId="{245C29A6-125B-45AF-B342-8502D1766357}" type="parTrans" cxnId="{89CDB158-F7D1-469D-8DA7-9282E757F0FB}">
      <dgm:prSet/>
      <dgm:spPr/>
      <dgm:t>
        <a:bodyPr/>
        <a:lstStyle/>
        <a:p>
          <a:endParaRPr lang="cs-CZ"/>
        </a:p>
      </dgm:t>
    </dgm:pt>
    <dgm:pt modelId="{CE9103BE-B2A5-43B5-9E23-8A8CA3699841}" type="sibTrans" cxnId="{89CDB158-F7D1-469D-8DA7-9282E757F0FB}">
      <dgm:prSet/>
      <dgm:spPr/>
      <dgm:t>
        <a:bodyPr/>
        <a:lstStyle/>
        <a:p>
          <a:endParaRPr lang="cs-CZ"/>
        </a:p>
      </dgm:t>
    </dgm:pt>
    <dgm:pt modelId="{BE2A4489-8DF2-4B3C-9023-150C95442AF4}">
      <dgm:prSet custT="1"/>
      <dgm:spPr/>
      <dgm:t>
        <a:bodyPr/>
        <a:lstStyle/>
        <a:p>
          <a:r>
            <a:rPr lang="cs-CZ" altLang="cs-CZ" sz="2800" dirty="0" smtClean="0">
              <a:latin typeface="AA ISO" panose="020B0604020202020204" pitchFamily="34" charset="-18"/>
            </a:rPr>
            <a:t>Barvy a kompozice</a:t>
          </a:r>
          <a:endParaRPr lang="cs-CZ" altLang="cs-CZ" sz="2800" dirty="0" smtClean="0">
            <a:latin typeface="AA ISO" panose="020B0604020202020204" pitchFamily="34" charset="-18"/>
          </a:endParaRPr>
        </a:p>
      </dgm:t>
    </dgm:pt>
    <dgm:pt modelId="{2572A29D-9B8F-403D-9542-902C9333FC45}" type="parTrans" cxnId="{A8ED4CF4-9645-48A0-9F9E-68B2F0E41A03}">
      <dgm:prSet/>
      <dgm:spPr/>
      <dgm:t>
        <a:bodyPr/>
        <a:lstStyle/>
        <a:p>
          <a:endParaRPr lang="cs-CZ"/>
        </a:p>
      </dgm:t>
    </dgm:pt>
    <dgm:pt modelId="{F9E0CB94-E2E9-4084-822F-D5314C902C7C}" type="sibTrans" cxnId="{A8ED4CF4-9645-48A0-9F9E-68B2F0E41A03}">
      <dgm:prSet/>
      <dgm:spPr/>
      <dgm:t>
        <a:bodyPr/>
        <a:lstStyle/>
        <a:p>
          <a:endParaRPr lang="cs-CZ"/>
        </a:p>
      </dgm:t>
    </dgm:pt>
    <dgm:pt modelId="{9832B890-7E9A-432E-812B-9DDF4A2B532E}">
      <dgm:prSet custT="1"/>
      <dgm:spPr/>
      <dgm:t>
        <a:bodyPr/>
        <a:lstStyle/>
        <a:p>
          <a:r>
            <a:rPr lang="cs-CZ" altLang="cs-CZ" sz="2800" dirty="0" smtClean="0">
              <a:latin typeface="AA ISO" panose="020B0604020202020204" pitchFamily="34" charset="-18"/>
            </a:rPr>
            <a:t>Vektorová grafika</a:t>
          </a:r>
          <a:endParaRPr lang="cs-CZ" altLang="cs-CZ" sz="2800" dirty="0" smtClean="0">
            <a:latin typeface="AA ISO" panose="020B0604020202020204" pitchFamily="34" charset="-18"/>
          </a:endParaRPr>
        </a:p>
      </dgm:t>
    </dgm:pt>
    <dgm:pt modelId="{044DD66D-1BCD-4FE9-BFC3-233FDAC70DB7}" type="parTrans" cxnId="{2B06D0A3-4BC3-4C25-8E36-1EE8506B2128}">
      <dgm:prSet/>
      <dgm:spPr/>
      <dgm:t>
        <a:bodyPr/>
        <a:lstStyle/>
        <a:p>
          <a:endParaRPr lang="cs-CZ"/>
        </a:p>
      </dgm:t>
    </dgm:pt>
    <dgm:pt modelId="{71496857-74B7-4C90-A1B4-E2D64536E036}" type="sibTrans" cxnId="{2B06D0A3-4BC3-4C25-8E36-1EE8506B2128}">
      <dgm:prSet/>
      <dgm:spPr/>
      <dgm:t>
        <a:bodyPr/>
        <a:lstStyle/>
        <a:p>
          <a:endParaRPr lang="cs-CZ"/>
        </a:p>
      </dgm:t>
    </dgm:pt>
    <dgm:pt modelId="{146ECB2D-8156-4989-B959-788C3114B2C5}" type="pres">
      <dgm:prSet presAssocID="{8BB35814-8DDF-436A-A2A5-F93A5C7F5314}" presName="CompostProcess" presStyleCnt="0">
        <dgm:presLayoutVars>
          <dgm:dir/>
          <dgm:resizeHandles val="exact"/>
        </dgm:presLayoutVars>
      </dgm:prSet>
      <dgm:spPr/>
    </dgm:pt>
    <dgm:pt modelId="{42B6B27B-ED5D-43F7-A2B7-8FCE4C5992D5}" type="pres">
      <dgm:prSet presAssocID="{8BB35814-8DDF-436A-A2A5-F93A5C7F5314}" presName="arrow" presStyleLbl="bgShp" presStyleIdx="0" presStyleCnt="1"/>
      <dgm:spPr/>
    </dgm:pt>
    <dgm:pt modelId="{0806C0BB-D991-43A1-88C7-A7DACFC6469E}" type="pres">
      <dgm:prSet presAssocID="{8BB35814-8DDF-436A-A2A5-F93A5C7F5314}" presName="linearProcess" presStyleCnt="0"/>
      <dgm:spPr/>
    </dgm:pt>
    <dgm:pt modelId="{53C0D5D1-1A84-45EF-930C-6D035CEC11F8}" type="pres">
      <dgm:prSet presAssocID="{632282C2-011F-49FD-AF77-36E4AC2B209E}" presName="textNode" presStyleLbl="node1" presStyleIdx="0" presStyleCnt="5">
        <dgm:presLayoutVars>
          <dgm:bulletEnabled val="1"/>
        </dgm:presLayoutVars>
      </dgm:prSet>
      <dgm:spPr/>
    </dgm:pt>
    <dgm:pt modelId="{8D6E5482-5459-4448-AE9D-283AB3AA14D8}" type="pres">
      <dgm:prSet presAssocID="{37943C4F-18F5-4634-B52C-E4A829CCA71A}" presName="sibTrans" presStyleCnt="0"/>
      <dgm:spPr/>
    </dgm:pt>
    <dgm:pt modelId="{D368B9B8-FD86-4CF3-88A7-2D8CBE21399A}" type="pres">
      <dgm:prSet presAssocID="{496619FF-553E-4E79-8BBA-08F7571BA914}" presName="textNode" presStyleLbl="node1" presStyleIdx="1" presStyleCnt="5">
        <dgm:presLayoutVars>
          <dgm:bulletEnabled val="1"/>
        </dgm:presLayoutVars>
      </dgm:prSet>
      <dgm:spPr/>
    </dgm:pt>
    <dgm:pt modelId="{E0ED946F-AEA2-45CC-8387-0D536F530711}" type="pres">
      <dgm:prSet presAssocID="{757A612E-18F6-4CAF-BB2C-AA639D40ED97}" presName="sibTrans" presStyleCnt="0"/>
      <dgm:spPr/>
    </dgm:pt>
    <dgm:pt modelId="{06042425-71CE-402E-AC93-665631D06451}" type="pres">
      <dgm:prSet presAssocID="{58E9A846-FB62-41DD-957A-A4FA98B9A6EC}" presName="textNode" presStyleLbl="node1" presStyleIdx="2" presStyleCnt="5">
        <dgm:presLayoutVars>
          <dgm:bulletEnabled val="1"/>
        </dgm:presLayoutVars>
      </dgm:prSet>
      <dgm:spPr/>
    </dgm:pt>
    <dgm:pt modelId="{0726E04C-38CD-4D72-8108-71D3221FAB7C}" type="pres">
      <dgm:prSet presAssocID="{CE9103BE-B2A5-43B5-9E23-8A8CA3699841}" presName="sibTrans" presStyleCnt="0"/>
      <dgm:spPr/>
    </dgm:pt>
    <dgm:pt modelId="{4D4E7961-DD9E-4E1F-9A17-BC7CA8D2B63C}" type="pres">
      <dgm:prSet presAssocID="{BE2A4489-8DF2-4B3C-9023-150C95442AF4}" presName="textNode" presStyleLbl="node1" presStyleIdx="3" presStyleCnt="5">
        <dgm:presLayoutVars>
          <dgm:bulletEnabled val="1"/>
        </dgm:presLayoutVars>
      </dgm:prSet>
      <dgm:spPr/>
    </dgm:pt>
    <dgm:pt modelId="{AA69F84D-7D66-4C3C-B8E9-82F3AE79A005}" type="pres">
      <dgm:prSet presAssocID="{F9E0CB94-E2E9-4084-822F-D5314C902C7C}" presName="sibTrans" presStyleCnt="0"/>
      <dgm:spPr/>
    </dgm:pt>
    <dgm:pt modelId="{8B987148-1DBE-4DCE-8BA9-BBAB75A9C719}" type="pres">
      <dgm:prSet presAssocID="{9832B890-7E9A-432E-812B-9DDF4A2B532E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cs-CZ"/>
        </a:p>
      </dgm:t>
    </dgm:pt>
  </dgm:ptLst>
  <dgm:cxnLst>
    <dgm:cxn modelId="{A0A3F9B8-73BD-4553-BBAF-44B5C07E2A6C}" type="presOf" srcId="{8BB35814-8DDF-436A-A2A5-F93A5C7F5314}" destId="{146ECB2D-8156-4989-B959-788C3114B2C5}" srcOrd="0" destOrd="0" presId="urn:microsoft.com/office/officeart/2005/8/layout/hProcess9"/>
    <dgm:cxn modelId="{96CA013A-A773-413C-AFDF-5A0688C04E27}" type="presOf" srcId="{496619FF-553E-4E79-8BBA-08F7571BA914}" destId="{D368B9B8-FD86-4CF3-88A7-2D8CBE21399A}" srcOrd="0" destOrd="0" presId="urn:microsoft.com/office/officeart/2005/8/layout/hProcess9"/>
    <dgm:cxn modelId="{70C20EA4-A345-4EC9-8EF4-AD64AB1C7015}" type="presOf" srcId="{BE2A4489-8DF2-4B3C-9023-150C95442AF4}" destId="{4D4E7961-DD9E-4E1F-9A17-BC7CA8D2B63C}" srcOrd="0" destOrd="0" presId="urn:microsoft.com/office/officeart/2005/8/layout/hProcess9"/>
    <dgm:cxn modelId="{89CDB158-F7D1-469D-8DA7-9282E757F0FB}" srcId="{8BB35814-8DDF-436A-A2A5-F93A5C7F5314}" destId="{58E9A846-FB62-41DD-957A-A4FA98B9A6EC}" srcOrd="2" destOrd="0" parTransId="{245C29A6-125B-45AF-B342-8502D1766357}" sibTransId="{CE9103BE-B2A5-43B5-9E23-8A8CA3699841}"/>
    <dgm:cxn modelId="{26D20B6E-C7C5-4322-B148-E1328849AB7B}" srcId="{8BB35814-8DDF-436A-A2A5-F93A5C7F5314}" destId="{496619FF-553E-4E79-8BBA-08F7571BA914}" srcOrd="1" destOrd="0" parTransId="{A7B8DBFA-62AA-47D9-B684-CA8ACF69B1F7}" sibTransId="{757A612E-18F6-4CAF-BB2C-AA639D40ED97}"/>
    <dgm:cxn modelId="{2B06D0A3-4BC3-4C25-8E36-1EE8506B2128}" srcId="{8BB35814-8DDF-436A-A2A5-F93A5C7F5314}" destId="{9832B890-7E9A-432E-812B-9DDF4A2B532E}" srcOrd="4" destOrd="0" parTransId="{044DD66D-1BCD-4FE9-BFC3-233FDAC70DB7}" sibTransId="{71496857-74B7-4C90-A1B4-E2D64536E036}"/>
    <dgm:cxn modelId="{4E92752D-4BCB-493E-8993-7C0D3654EBAD}" type="presOf" srcId="{632282C2-011F-49FD-AF77-36E4AC2B209E}" destId="{53C0D5D1-1A84-45EF-930C-6D035CEC11F8}" srcOrd="0" destOrd="0" presId="urn:microsoft.com/office/officeart/2005/8/layout/hProcess9"/>
    <dgm:cxn modelId="{A8ED4CF4-9645-48A0-9F9E-68B2F0E41A03}" srcId="{8BB35814-8DDF-436A-A2A5-F93A5C7F5314}" destId="{BE2A4489-8DF2-4B3C-9023-150C95442AF4}" srcOrd="3" destOrd="0" parTransId="{2572A29D-9B8F-403D-9542-902C9333FC45}" sibTransId="{F9E0CB94-E2E9-4084-822F-D5314C902C7C}"/>
    <dgm:cxn modelId="{B4634B49-C1D3-4574-A122-0583F8CDB5E6}" type="presOf" srcId="{58E9A846-FB62-41DD-957A-A4FA98B9A6EC}" destId="{06042425-71CE-402E-AC93-665631D06451}" srcOrd="0" destOrd="0" presId="urn:microsoft.com/office/officeart/2005/8/layout/hProcess9"/>
    <dgm:cxn modelId="{66F3102E-E71B-4CBA-A6DD-77DA261D742D}" srcId="{8BB35814-8DDF-436A-A2A5-F93A5C7F5314}" destId="{632282C2-011F-49FD-AF77-36E4AC2B209E}" srcOrd="0" destOrd="0" parTransId="{3BE865CB-7B72-4683-A876-E54E4AB76ACE}" sibTransId="{37943C4F-18F5-4634-B52C-E4A829CCA71A}"/>
    <dgm:cxn modelId="{F0306D8A-B4A5-4B3A-991C-F2843B4AB41C}" type="presOf" srcId="{9832B890-7E9A-432E-812B-9DDF4A2B532E}" destId="{8B987148-1DBE-4DCE-8BA9-BBAB75A9C719}" srcOrd="0" destOrd="0" presId="urn:microsoft.com/office/officeart/2005/8/layout/hProcess9"/>
    <dgm:cxn modelId="{D9F33186-21E5-467F-91EE-E33D80AF5BEA}" type="presParOf" srcId="{146ECB2D-8156-4989-B959-788C3114B2C5}" destId="{42B6B27B-ED5D-43F7-A2B7-8FCE4C5992D5}" srcOrd="0" destOrd="0" presId="urn:microsoft.com/office/officeart/2005/8/layout/hProcess9"/>
    <dgm:cxn modelId="{17CE9836-D696-4461-B0FF-864715645FDF}" type="presParOf" srcId="{146ECB2D-8156-4989-B959-788C3114B2C5}" destId="{0806C0BB-D991-43A1-88C7-A7DACFC6469E}" srcOrd="1" destOrd="0" presId="urn:microsoft.com/office/officeart/2005/8/layout/hProcess9"/>
    <dgm:cxn modelId="{70BAC74E-A37A-42FA-A7A7-C42B21B18856}" type="presParOf" srcId="{0806C0BB-D991-43A1-88C7-A7DACFC6469E}" destId="{53C0D5D1-1A84-45EF-930C-6D035CEC11F8}" srcOrd="0" destOrd="0" presId="urn:microsoft.com/office/officeart/2005/8/layout/hProcess9"/>
    <dgm:cxn modelId="{08EEA9DD-0B7A-4DBC-97F4-45DE37EAE129}" type="presParOf" srcId="{0806C0BB-D991-43A1-88C7-A7DACFC6469E}" destId="{8D6E5482-5459-4448-AE9D-283AB3AA14D8}" srcOrd="1" destOrd="0" presId="urn:microsoft.com/office/officeart/2005/8/layout/hProcess9"/>
    <dgm:cxn modelId="{C269323E-1ABA-4CA6-B3A1-7EB1EBFE558D}" type="presParOf" srcId="{0806C0BB-D991-43A1-88C7-A7DACFC6469E}" destId="{D368B9B8-FD86-4CF3-88A7-2D8CBE21399A}" srcOrd="2" destOrd="0" presId="urn:microsoft.com/office/officeart/2005/8/layout/hProcess9"/>
    <dgm:cxn modelId="{FAE9A0D9-4026-43C8-A423-F6B400E3839A}" type="presParOf" srcId="{0806C0BB-D991-43A1-88C7-A7DACFC6469E}" destId="{E0ED946F-AEA2-45CC-8387-0D536F530711}" srcOrd="3" destOrd="0" presId="urn:microsoft.com/office/officeart/2005/8/layout/hProcess9"/>
    <dgm:cxn modelId="{330991E0-6C78-45DA-9207-80D5287680F0}" type="presParOf" srcId="{0806C0BB-D991-43A1-88C7-A7DACFC6469E}" destId="{06042425-71CE-402E-AC93-665631D06451}" srcOrd="4" destOrd="0" presId="urn:microsoft.com/office/officeart/2005/8/layout/hProcess9"/>
    <dgm:cxn modelId="{345F0AC8-49E3-4E5B-9647-EC4F75C68D85}" type="presParOf" srcId="{0806C0BB-D991-43A1-88C7-A7DACFC6469E}" destId="{0726E04C-38CD-4D72-8108-71D3221FAB7C}" srcOrd="5" destOrd="0" presId="urn:microsoft.com/office/officeart/2005/8/layout/hProcess9"/>
    <dgm:cxn modelId="{DF4E5F01-494F-42E9-9D89-0D834192ABFD}" type="presParOf" srcId="{0806C0BB-D991-43A1-88C7-A7DACFC6469E}" destId="{4D4E7961-DD9E-4E1F-9A17-BC7CA8D2B63C}" srcOrd="6" destOrd="0" presId="urn:microsoft.com/office/officeart/2005/8/layout/hProcess9"/>
    <dgm:cxn modelId="{0B073BCB-6BF5-455B-9A05-0FFEA89400A6}" type="presParOf" srcId="{0806C0BB-D991-43A1-88C7-A7DACFC6469E}" destId="{AA69F84D-7D66-4C3C-B8E9-82F3AE79A005}" srcOrd="7" destOrd="0" presId="urn:microsoft.com/office/officeart/2005/8/layout/hProcess9"/>
    <dgm:cxn modelId="{6E3802A5-2929-459C-A235-4FFB7C95A8F1}" type="presParOf" srcId="{0806C0BB-D991-43A1-88C7-A7DACFC6469E}" destId="{8B987148-1DBE-4DCE-8BA9-BBAB75A9C71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6B27B-ED5D-43F7-A2B7-8FCE4C5992D5}">
      <dsp:nvSpPr>
        <dsp:cNvPr id="0" name=""/>
        <dsp:cNvSpPr/>
      </dsp:nvSpPr>
      <dsp:spPr>
        <a:xfrm>
          <a:off x="861536" y="0"/>
          <a:ext cx="9764077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0D5D1-1A84-45EF-930C-6D035CEC11F8}">
      <dsp:nvSpPr>
        <dsp:cNvPr id="0" name=""/>
        <dsp:cNvSpPr/>
      </dsp:nvSpPr>
      <dsp:spPr>
        <a:xfrm>
          <a:off x="3365" y="1625600"/>
          <a:ext cx="202595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altLang="cs-CZ" sz="2800" kern="1200" dirty="0" smtClean="0">
              <a:latin typeface="AA ISO" panose="020B0604020202020204" pitchFamily="34" charset="-18"/>
            </a:rPr>
            <a:t>Rastrová grafika</a:t>
          </a:r>
          <a:endParaRPr lang="cs-CZ" altLang="cs-CZ" sz="2800" kern="1200" dirty="0" smtClean="0">
            <a:latin typeface="AA ISO" panose="020B0604020202020204" pitchFamily="34" charset="-18"/>
          </a:endParaRPr>
        </a:p>
      </dsp:txBody>
      <dsp:txXfrm>
        <a:off x="102264" y="1724499"/>
        <a:ext cx="1828158" cy="1969668"/>
      </dsp:txXfrm>
    </dsp:sp>
    <dsp:sp modelId="{D368B9B8-FD86-4CF3-88A7-2D8CBE21399A}">
      <dsp:nvSpPr>
        <dsp:cNvPr id="0" name=""/>
        <dsp:cNvSpPr/>
      </dsp:nvSpPr>
      <dsp:spPr>
        <a:xfrm>
          <a:off x="2366981" y="1625600"/>
          <a:ext cx="202595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altLang="cs-CZ" sz="2800" kern="1200" dirty="0" smtClean="0">
              <a:latin typeface="AA ISO" panose="020B0604020202020204" pitchFamily="34" charset="-18"/>
            </a:rPr>
            <a:t>Formáty souborů</a:t>
          </a:r>
          <a:endParaRPr lang="cs-CZ" altLang="cs-CZ" sz="2800" kern="1200" dirty="0" smtClean="0">
            <a:latin typeface="AA ISO" panose="020B0604020202020204" pitchFamily="34" charset="-18"/>
          </a:endParaRPr>
        </a:p>
      </dsp:txBody>
      <dsp:txXfrm>
        <a:off x="2465880" y="1724499"/>
        <a:ext cx="1828158" cy="1969668"/>
      </dsp:txXfrm>
    </dsp:sp>
    <dsp:sp modelId="{06042425-71CE-402E-AC93-665631D06451}">
      <dsp:nvSpPr>
        <dsp:cNvPr id="0" name=""/>
        <dsp:cNvSpPr/>
      </dsp:nvSpPr>
      <dsp:spPr>
        <a:xfrm>
          <a:off x="4730596" y="1625600"/>
          <a:ext cx="202595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altLang="cs-CZ" sz="2800" kern="1200" dirty="0" smtClean="0">
              <a:latin typeface="AA ISO" panose="020B0604020202020204" pitchFamily="34" charset="-18"/>
            </a:rPr>
            <a:t>Barevné modely</a:t>
          </a:r>
          <a:endParaRPr lang="cs-CZ" altLang="cs-CZ" sz="2800" kern="1200" dirty="0" smtClean="0">
            <a:latin typeface="AA ISO" panose="020B0604020202020204" pitchFamily="34" charset="-18"/>
          </a:endParaRPr>
        </a:p>
      </dsp:txBody>
      <dsp:txXfrm>
        <a:off x="4829495" y="1724499"/>
        <a:ext cx="1828158" cy="1969668"/>
      </dsp:txXfrm>
    </dsp:sp>
    <dsp:sp modelId="{4D4E7961-DD9E-4E1F-9A17-BC7CA8D2B63C}">
      <dsp:nvSpPr>
        <dsp:cNvPr id="0" name=""/>
        <dsp:cNvSpPr/>
      </dsp:nvSpPr>
      <dsp:spPr>
        <a:xfrm>
          <a:off x="7094212" y="1625600"/>
          <a:ext cx="202595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altLang="cs-CZ" sz="2800" kern="1200" dirty="0" smtClean="0">
              <a:latin typeface="AA ISO" panose="020B0604020202020204" pitchFamily="34" charset="-18"/>
            </a:rPr>
            <a:t>Barvy a kompozice</a:t>
          </a:r>
          <a:endParaRPr lang="cs-CZ" altLang="cs-CZ" sz="2800" kern="1200" dirty="0" smtClean="0">
            <a:latin typeface="AA ISO" panose="020B0604020202020204" pitchFamily="34" charset="-18"/>
          </a:endParaRPr>
        </a:p>
      </dsp:txBody>
      <dsp:txXfrm>
        <a:off x="7193111" y="1724499"/>
        <a:ext cx="1828158" cy="1969668"/>
      </dsp:txXfrm>
    </dsp:sp>
    <dsp:sp modelId="{8B987148-1DBE-4DCE-8BA9-BBAB75A9C719}">
      <dsp:nvSpPr>
        <dsp:cNvPr id="0" name=""/>
        <dsp:cNvSpPr/>
      </dsp:nvSpPr>
      <dsp:spPr>
        <a:xfrm>
          <a:off x="9457828" y="1625600"/>
          <a:ext cx="2025956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cs-CZ" altLang="cs-CZ" sz="2800" kern="1200" dirty="0" smtClean="0">
              <a:latin typeface="AA ISO" panose="020B0604020202020204" pitchFamily="34" charset="-18"/>
            </a:rPr>
            <a:t>Vektorová grafika</a:t>
          </a:r>
          <a:endParaRPr lang="cs-CZ" altLang="cs-CZ" sz="2800" kern="1200" dirty="0" smtClean="0">
            <a:latin typeface="AA ISO" panose="020B0604020202020204" pitchFamily="34" charset="-18"/>
          </a:endParaRPr>
        </a:p>
      </dsp:txBody>
      <dsp:txXfrm>
        <a:off x="9556727" y="1724499"/>
        <a:ext cx="1828158" cy="1969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3BA84-73A9-4E6B-95DB-D8EED718C6B9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73A32-C362-4BBF-9195-3A1338AC24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093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cs-CZ" dirty="0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5712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A ISO" panose="020B0604020202020204" pitchFamily="34" charset="-18"/>
              </a:defRPr>
            </a:lvl1pPr>
          </a:lstStyle>
          <a:p>
            <a:r>
              <a:rPr lang="cs-CZ" dirty="0" smtClean="0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cs-CZ" dirty="0" smtClean="0"/>
              <a:t>Upravte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4897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90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0777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cs-CZ" dirty="0" smtClean="0"/>
              <a:t>Upravte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3737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4336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5740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1237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553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244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366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1126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1847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8686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4019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0255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47F6-27A3-4AF8-B4BD-AF7095F790A8}" type="datetimeFigureOut">
              <a:rPr lang="cs-CZ" smtClean="0"/>
              <a:t>08.02.2017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DC341-194D-4B2F-9E23-B0E44585B1D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1396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 dirty="0" smtClean="0"/>
              <a:t>Upravte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A ISO" panose="020B0604020202020204" pitchFamily="34" charset="-18"/>
              </a:defRPr>
            </a:lvl1pPr>
          </a:lstStyle>
          <a:p>
            <a:fld id="{A95D47F6-27A3-4AF8-B4BD-AF7095F790A8}" type="datetimeFigureOut">
              <a:rPr lang="cs-CZ" smtClean="0"/>
              <a:pPr/>
              <a:t>08.02.2017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A ISO" panose="020B0604020202020204" pitchFamily="34" charset="-18"/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A ISO" panose="020B0604020202020204" pitchFamily="34" charset="-18"/>
              </a:defRPr>
            </a:lvl1pPr>
          </a:lstStyle>
          <a:p>
            <a:fld id="{FA6DC341-194D-4B2F-9E23-B0E44585B1D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8836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A ISO" panose="020B0604020202020204" pitchFamily="34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 GRAFIKA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>
                <a:latin typeface="AA ISO" panose="020B0604020202020204" pitchFamily="34" charset="-18"/>
              </a:rPr>
              <a:t>SPŠ Česká Lípa</a:t>
            </a:r>
            <a:endParaRPr lang="cs-CZ" dirty="0">
              <a:latin typeface="AA ISO" panose="020B06040202020202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3372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Osnova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21220561"/>
              </p:ext>
            </p:extLst>
          </p:nvPr>
        </p:nvGraphicFramePr>
        <p:xfrm>
          <a:off x="110837" y="575925"/>
          <a:ext cx="114871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03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Počítačová grafika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877550" cy="3537304"/>
          </a:xfrm>
        </p:spPr>
        <p:txBody>
          <a:bodyPr/>
          <a:lstStyle/>
          <a:p>
            <a:r>
              <a:rPr lang="cs-CZ" altLang="cs-CZ" sz="3600" cap="none" dirty="0" smtClean="0"/>
              <a:t>je obor, </a:t>
            </a:r>
            <a:r>
              <a:rPr lang="cs-CZ" altLang="cs-CZ" sz="3600" cap="none" dirty="0"/>
              <a:t>který používá </a:t>
            </a:r>
            <a:r>
              <a:rPr lang="cs-CZ" altLang="cs-CZ" sz="3600" cap="none" dirty="0" smtClean="0"/>
              <a:t>počítače:</a:t>
            </a:r>
          </a:p>
          <a:p>
            <a:pPr lvl="1"/>
            <a:r>
              <a:rPr lang="cs-CZ" altLang="cs-CZ" sz="3200" cap="none" dirty="0" smtClean="0"/>
              <a:t>na </a:t>
            </a:r>
            <a:r>
              <a:rPr lang="cs-CZ" altLang="cs-CZ" sz="3200" cap="none" dirty="0"/>
              <a:t>vytváření umělých </a:t>
            </a:r>
            <a:r>
              <a:rPr lang="cs-CZ" altLang="cs-CZ" sz="3200" cap="none" dirty="0" smtClean="0"/>
              <a:t>obrázků,</a:t>
            </a:r>
          </a:p>
          <a:p>
            <a:pPr lvl="1"/>
            <a:r>
              <a:rPr lang="cs-CZ" altLang="cs-CZ" sz="3200" cap="none" dirty="0" smtClean="0"/>
              <a:t>na </a:t>
            </a:r>
            <a:r>
              <a:rPr lang="cs-CZ" altLang="cs-CZ" sz="3200" cap="none" dirty="0"/>
              <a:t>úpravu informací nasnímaných </a:t>
            </a:r>
            <a:r>
              <a:rPr lang="cs-CZ" altLang="cs-CZ" sz="3200" cap="none" dirty="0" smtClean="0"/>
              <a:t>z </a:t>
            </a:r>
            <a:r>
              <a:rPr lang="cs-CZ" altLang="cs-CZ" sz="3200" cap="none" dirty="0"/>
              <a:t>reálného </a:t>
            </a:r>
            <a:r>
              <a:rPr lang="cs-CZ" altLang="cs-CZ" sz="3200" cap="none" dirty="0" smtClean="0"/>
              <a:t>světa</a:t>
            </a:r>
            <a:br>
              <a:rPr lang="cs-CZ" altLang="cs-CZ" sz="3200" cap="none" dirty="0" smtClean="0"/>
            </a:br>
            <a:r>
              <a:rPr lang="cs-CZ" altLang="cs-CZ" sz="3200" cap="none" dirty="0" smtClean="0"/>
              <a:t>(např. </a:t>
            </a:r>
            <a:r>
              <a:rPr lang="cs-CZ" altLang="cs-CZ" sz="3200" cap="none" dirty="0"/>
              <a:t>digitální fotografie a jejich úprava).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1483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lavní událost">
  <a:themeElements>
    <a:clrScheme name="Fialová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Hlavní událos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lavní událos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4672E67BBE6E4F86992DD318B65C2D" ma:contentTypeVersion="0" ma:contentTypeDescription="Vytvoří nový dokument" ma:contentTypeScope="" ma:versionID="e8dd122a8dd1b842a92bc4769f5d03a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e0885882fb67022fa0e44908e625f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D499BE-A28B-4932-967A-734C455E74B9}"/>
</file>

<file path=customXml/itemProps2.xml><?xml version="1.0" encoding="utf-8"?>
<ds:datastoreItem xmlns:ds="http://schemas.openxmlformats.org/officeDocument/2006/customXml" ds:itemID="{50CE1E7D-864D-4ABD-9BEE-34DE94C5BABC}"/>
</file>

<file path=customXml/itemProps3.xml><?xml version="1.0" encoding="utf-8"?>
<ds:datastoreItem xmlns:ds="http://schemas.openxmlformats.org/officeDocument/2006/customXml" ds:itemID="{2D4C0258-F169-40B4-8C09-A0B6B88C611D}"/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TM04033927[[fn=Hlavní událost]]</Template>
  <TotalTime>89</TotalTime>
  <Words>38</Words>
  <Application>Microsoft Office PowerPoint</Application>
  <PresentationFormat>Širokoúhlá obrazovka</PresentationFormat>
  <Paragraphs>12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8" baseType="lpstr">
      <vt:lpstr>AA ISO</vt:lpstr>
      <vt:lpstr>Arial</vt:lpstr>
      <vt:lpstr>Calibri</vt:lpstr>
      <vt:lpstr>Impact</vt:lpstr>
      <vt:lpstr>Hlavní událost</vt:lpstr>
      <vt:lpstr>PC GRAFIKA</vt:lpstr>
      <vt:lpstr>Osnova</vt:lpstr>
      <vt:lpstr>Počítačová grafika</vt:lpstr>
    </vt:vector>
  </TitlesOfParts>
  <Company>SPS-CL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Fojtík Jan</dc:creator>
  <cp:lastModifiedBy>Fojtík Jan</cp:lastModifiedBy>
  <cp:revision>7</cp:revision>
  <dcterms:created xsi:type="dcterms:W3CDTF">2017-02-08T08:38:26Z</dcterms:created>
  <dcterms:modified xsi:type="dcterms:W3CDTF">2017-02-08T10:07:51Z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0x010100934672E67BBE6E4F86992DD318B65C2D</vt:lpwstr>
  </property>
</Properties>
</file>