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695922-ED1B-4781-A433-0B15F48D989E}" v="62" dt="2024-10-08T12:32:39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>
        <p:scale>
          <a:sx n="75" d="100"/>
          <a:sy n="75" d="100"/>
        </p:scale>
        <p:origin x="653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3.D Novan Martin" userId="ec2bf3a4-129b-407c-b8fe-888676c8d718" providerId="ADAL" clId="{D3695922-ED1B-4781-A433-0B15F48D989E}"/>
    <pc:docChg chg="undo custSel addSld delSld modSld modMainMaster">
      <pc:chgData name="3.D Novan Martin" userId="ec2bf3a4-129b-407c-b8fe-888676c8d718" providerId="ADAL" clId="{D3695922-ED1B-4781-A433-0B15F48D989E}" dt="2024-10-08T12:36:51.537" v="182" actId="20577"/>
      <pc:docMkLst>
        <pc:docMk/>
      </pc:docMkLst>
      <pc:sldChg chg="addSp delSp modSp mod modTransition delDesignElem">
        <pc:chgData name="3.D Novan Martin" userId="ec2bf3a4-129b-407c-b8fe-888676c8d718" providerId="ADAL" clId="{D3695922-ED1B-4781-A433-0B15F48D989E}" dt="2024-10-08T12:36:51.537" v="182" actId="20577"/>
        <pc:sldMkLst>
          <pc:docMk/>
          <pc:sldMk cId="2124419021" sldId="256"/>
        </pc:sldMkLst>
        <pc:spChg chg="mod">
          <ac:chgData name="3.D Novan Martin" userId="ec2bf3a4-129b-407c-b8fe-888676c8d718" providerId="ADAL" clId="{D3695922-ED1B-4781-A433-0B15F48D989E}" dt="2024-10-08T12:24:57.031" v="147" actId="1076"/>
          <ac:spMkLst>
            <pc:docMk/>
            <pc:sldMk cId="2124419021" sldId="256"/>
            <ac:spMk id="3" creationId="{BAC1D0FC-81E4-E2FE-BD2C-7469CD5CE34B}"/>
          </ac:spMkLst>
        </pc:spChg>
        <pc:spChg chg="mod">
          <ac:chgData name="3.D Novan Martin" userId="ec2bf3a4-129b-407c-b8fe-888676c8d718" providerId="ADAL" clId="{D3695922-ED1B-4781-A433-0B15F48D989E}" dt="2024-10-08T12:36:51.537" v="182" actId="20577"/>
          <ac:spMkLst>
            <pc:docMk/>
            <pc:sldMk cId="2124419021" sldId="256"/>
            <ac:spMk id="8" creationId="{E31C1EB8-C791-3E1C-4E7E-243B20883E9D}"/>
          </ac:spMkLst>
        </pc:spChg>
        <pc:spChg chg="add del mod">
          <ac:chgData name="3.D Novan Martin" userId="ec2bf3a4-129b-407c-b8fe-888676c8d718" providerId="ADAL" clId="{D3695922-ED1B-4781-A433-0B15F48D989E}" dt="2024-09-26T06:35:38.559" v="10" actId="478"/>
          <ac:spMkLst>
            <pc:docMk/>
            <pc:sldMk cId="2124419021" sldId="256"/>
            <ac:spMk id="12" creationId="{DACF90BD-A8AD-6655-BDD9-B267D510D410}"/>
          </ac:spMkLst>
        </pc:spChg>
        <pc:spChg chg="add del mod">
          <ac:chgData name="3.D Novan Martin" userId="ec2bf3a4-129b-407c-b8fe-888676c8d718" providerId="ADAL" clId="{D3695922-ED1B-4781-A433-0B15F48D989E}" dt="2024-09-26T06:35:38.559" v="10" actId="478"/>
          <ac:spMkLst>
            <pc:docMk/>
            <pc:sldMk cId="2124419021" sldId="256"/>
            <ac:spMk id="36" creationId="{2E33B3BD-56AF-1B66-305C-C302E1623ECA}"/>
          </ac:spMkLst>
        </pc:spChg>
        <pc:spChg chg="add del mod">
          <ac:chgData name="3.D Novan Martin" userId="ec2bf3a4-129b-407c-b8fe-888676c8d718" providerId="ADAL" clId="{D3695922-ED1B-4781-A433-0B15F48D989E}" dt="2024-09-26T06:35:38.559" v="10" actId="478"/>
          <ac:spMkLst>
            <pc:docMk/>
            <pc:sldMk cId="2124419021" sldId="256"/>
            <ac:spMk id="37" creationId="{B92E1126-AFE8-0627-29F3-D96662EC2778}"/>
          </ac:spMkLst>
        </pc:spChg>
        <pc:spChg chg="add del mod">
          <ac:chgData name="3.D Novan Martin" userId="ec2bf3a4-129b-407c-b8fe-888676c8d718" providerId="ADAL" clId="{D3695922-ED1B-4781-A433-0B15F48D989E}" dt="2024-09-26T06:35:38.559" v="10" actId="478"/>
          <ac:spMkLst>
            <pc:docMk/>
            <pc:sldMk cId="2124419021" sldId="256"/>
            <ac:spMk id="38" creationId="{442D5189-80A6-DAB9-DD5B-037C61F1E822}"/>
          </ac:spMkLst>
        </pc:spChg>
        <pc:spChg chg="add del mod">
          <ac:chgData name="3.D Novan Martin" userId="ec2bf3a4-129b-407c-b8fe-888676c8d718" providerId="ADAL" clId="{D3695922-ED1B-4781-A433-0B15F48D989E}" dt="2024-09-26T06:35:38.559" v="10" actId="478"/>
          <ac:spMkLst>
            <pc:docMk/>
            <pc:sldMk cId="2124419021" sldId="256"/>
            <ac:spMk id="39" creationId="{DADF0E16-B6F3-741F-8E2B-ACFD3ACBF0F9}"/>
          </ac:spMkLst>
        </pc:spChg>
        <pc:spChg chg="add del mod">
          <ac:chgData name="3.D Novan Martin" userId="ec2bf3a4-129b-407c-b8fe-888676c8d718" providerId="ADAL" clId="{D3695922-ED1B-4781-A433-0B15F48D989E}" dt="2024-09-26T06:35:38.559" v="10" actId="478"/>
          <ac:spMkLst>
            <pc:docMk/>
            <pc:sldMk cId="2124419021" sldId="256"/>
            <ac:spMk id="40" creationId="{FCA053A4-A3E8-FA58-4A1D-2DF20FEE159A}"/>
          </ac:spMkLst>
        </pc:spChg>
        <pc:spChg chg="add del mod">
          <ac:chgData name="3.D Novan Martin" userId="ec2bf3a4-129b-407c-b8fe-888676c8d718" providerId="ADAL" clId="{D3695922-ED1B-4781-A433-0B15F48D989E}" dt="2024-09-26T06:35:40.359" v="11" actId="478"/>
          <ac:spMkLst>
            <pc:docMk/>
            <pc:sldMk cId="2124419021" sldId="256"/>
            <ac:spMk id="41" creationId="{81F9DBAD-6720-4BA9-6902-A6EA6F645A92}"/>
          </ac:spMkLst>
        </pc:spChg>
        <pc:spChg chg="add del mod">
          <ac:chgData name="3.D Novan Martin" userId="ec2bf3a4-129b-407c-b8fe-888676c8d718" providerId="ADAL" clId="{D3695922-ED1B-4781-A433-0B15F48D989E}" dt="2024-09-26T06:35:38.559" v="10" actId="478"/>
          <ac:spMkLst>
            <pc:docMk/>
            <pc:sldMk cId="2124419021" sldId="256"/>
            <ac:spMk id="42" creationId="{09C37DDD-47C9-C596-28F6-720BC52BB553}"/>
          </ac:spMkLst>
        </pc:spChg>
        <pc:spChg chg="add mod">
          <ac:chgData name="3.D Novan Martin" userId="ec2bf3a4-129b-407c-b8fe-888676c8d718" providerId="ADAL" clId="{D3695922-ED1B-4781-A433-0B15F48D989E}" dt="2024-09-26T06:35:47.763" v="12"/>
          <ac:spMkLst>
            <pc:docMk/>
            <pc:sldMk cId="2124419021" sldId="256"/>
            <ac:spMk id="43" creationId="{7441CDD0-67D3-29EE-7856-101671137A27}"/>
          </ac:spMkLst>
        </pc:spChg>
        <pc:spChg chg="add del mod">
          <ac:chgData name="3.D Novan Martin" userId="ec2bf3a4-129b-407c-b8fe-888676c8d718" providerId="ADAL" clId="{D3695922-ED1B-4781-A433-0B15F48D989E}" dt="2024-10-08T12:23:11.852" v="129" actId="478"/>
          <ac:spMkLst>
            <pc:docMk/>
            <pc:sldMk cId="2124419021" sldId="256"/>
            <ac:spMk id="44" creationId="{33D0C5D5-61EF-89BC-1FF2-822678C61A80}"/>
          </ac:spMkLst>
        </pc:spChg>
        <pc:grpChg chg="del">
          <ac:chgData name="3.D Novan Martin" userId="ec2bf3a4-129b-407c-b8fe-888676c8d718" providerId="ADAL" clId="{D3695922-ED1B-4781-A433-0B15F48D989E}" dt="2024-09-26T06:36:37.418" v="26"/>
          <ac:grpSpMkLst>
            <pc:docMk/>
            <pc:sldMk cId="2124419021" sldId="256"/>
            <ac:grpSpMk id="6" creationId="{AD579530-1077-46B3-BD5C-81BB270A1D5B}"/>
          </ac:grpSpMkLst>
        </pc:grpChg>
        <pc:grpChg chg="del">
          <ac:chgData name="3.D Novan Martin" userId="ec2bf3a4-129b-407c-b8fe-888676c8d718" providerId="ADAL" clId="{D3695922-ED1B-4781-A433-0B15F48D989E}" dt="2024-09-26T06:36:37.418" v="26"/>
          <ac:grpSpMkLst>
            <pc:docMk/>
            <pc:sldMk cId="2124419021" sldId="256"/>
            <ac:grpSpMk id="13" creationId="{83F79A5F-63B5-4802-B39B-BF0F89DDDA15}"/>
          </ac:grpSpMkLst>
        </pc:grpChg>
        <pc:picChg chg="del mod">
          <ac:chgData name="3.D Novan Martin" userId="ec2bf3a4-129b-407c-b8fe-888676c8d718" providerId="ADAL" clId="{D3695922-ED1B-4781-A433-0B15F48D989E}" dt="2024-09-26T06:36:06.282" v="16" actId="478"/>
          <ac:picMkLst>
            <pc:docMk/>
            <pc:sldMk cId="2124419021" sldId="256"/>
            <ac:picMk id="4" creationId="{8C0BCE4D-124A-F07F-130B-DDD407B14AB2}"/>
          </ac:picMkLst>
        </pc:picChg>
        <pc:picChg chg="add mod">
          <ac:chgData name="3.D Novan Martin" userId="ec2bf3a4-129b-407c-b8fe-888676c8d718" providerId="ADAL" clId="{D3695922-ED1B-4781-A433-0B15F48D989E}" dt="2024-10-08T12:24:49.601" v="146" actId="732"/>
          <ac:picMkLst>
            <pc:docMk/>
            <pc:sldMk cId="2124419021" sldId="256"/>
            <ac:picMk id="1026" creationId="{848F7366-E180-38B0-2F10-682523587BD5}"/>
          </ac:picMkLst>
        </pc:picChg>
        <pc:picChg chg="add del mod">
          <ac:chgData name="3.D Novan Martin" userId="ec2bf3a4-129b-407c-b8fe-888676c8d718" providerId="ADAL" clId="{D3695922-ED1B-4781-A433-0B15F48D989E}" dt="2024-09-26T06:37:38.319" v="39" actId="478"/>
          <ac:picMkLst>
            <pc:docMk/>
            <pc:sldMk cId="2124419021" sldId="256"/>
            <ac:picMk id="4098" creationId="{2323E672-7784-E956-798F-0BCCC3F33B46}"/>
          </ac:picMkLst>
        </pc:picChg>
      </pc:sldChg>
      <pc:sldChg chg="addSp delSp modSp mod modTransition setBg delDesignElem">
        <pc:chgData name="3.D Novan Martin" userId="ec2bf3a4-129b-407c-b8fe-888676c8d718" providerId="ADAL" clId="{D3695922-ED1B-4781-A433-0B15F48D989E}" dt="2024-10-08T12:27:27.693" v="157"/>
        <pc:sldMkLst>
          <pc:docMk/>
          <pc:sldMk cId="4110136333" sldId="257"/>
        </pc:sldMkLst>
        <pc:spChg chg="mod">
          <ac:chgData name="3.D Novan Martin" userId="ec2bf3a4-129b-407c-b8fe-888676c8d718" providerId="ADAL" clId="{D3695922-ED1B-4781-A433-0B15F48D989E}" dt="2024-10-08T12:25:48.385" v="152" actId="26606"/>
          <ac:spMkLst>
            <pc:docMk/>
            <pc:sldMk cId="4110136333" sldId="257"/>
            <ac:spMk id="2" creationId="{3C3EA409-657A-B76D-A307-7A194DFB0274}"/>
          </ac:spMkLst>
        </pc:spChg>
        <pc:spChg chg="mod">
          <ac:chgData name="3.D Novan Martin" userId="ec2bf3a4-129b-407c-b8fe-888676c8d718" providerId="ADAL" clId="{D3695922-ED1B-4781-A433-0B15F48D989E}" dt="2024-10-08T12:25:48.385" v="152" actId="26606"/>
          <ac:spMkLst>
            <pc:docMk/>
            <pc:sldMk cId="4110136333" sldId="257"/>
            <ac:spMk id="3" creationId="{8BFE0AC3-550C-15CE-44FE-879E20EC1E18}"/>
          </ac:spMkLst>
        </pc:spChg>
        <pc:spChg chg="add del">
          <ac:chgData name="3.D Novan Martin" userId="ec2bf3a4-129b-407c-b8fe-888676c8d718" providerId="ADAL" clId="{D3695922-ED1B-4781-A433-0B15F48D989E}" dt="2024-10-08T12:25:48.385" v="152" actId="26606"/>
          <ac:spMkLst>
            <pc:docMk/>
            <pc:sldMk cId="4110136333" sldId="257"/>
            <ac:spMk id="1030" creationId="{9A204626-2220-4678-A939-FD94EA7B5362}"/>
          </ac:spMkLst>
        </pc:spChg>
        <pc:spChg chg="add del">
          <ac:chgData name="3.D Novan Martin" userId="ec2bf3a4-129b-407c-b8fe-888676c8d718" providerId="ADAL" clId="{D3695922-ED1B-4781-A433-0B15F48D989E}" dt="2024-10-08T12:25:48.385" v="152" actId="26606"/>
          <ac:spMkLst>
            <pc:docMk/>
            <pc:sldMk cId="4110136333" sldId="257"/>
            <ac:spMk id="1031" creationId="{EB97D8A6-1C5A-42B6-AE78-F3D0F9BDF024}"/>
          </ac:spMkLst>
        </pc:spChg>
        <pc:spChg chg="del">
          <ac:chgData name="3.D Novan Martin" userId="ec2bf3a4-129b-407c-b8fe-888676c8d718" providerId="ADAL" clId="{D3695922-ED1B-4781-A433-0B15F48D989E}" dt="2024-09-26T06:36:37.418" v="26"/>
          <ac:spMkLst>
            <pc:docMk/>
            <pc:sldMk cId="4110136333" sldId="257"/>
            <ac:spMk id="1033" creationId="{C2E4E997-8672-4FFD-B8EC-9932A8E4714B}"/>
          </ac:spMkLst>
        </pc:spChg>
        <pc:spChg chg="add">
          <ac:chgData name="3.D Novan Martin" userId="ec2bf3a4-129b-407c-b8fe-888676c8d718" providerId="ADAL" clId="{D3695922-ED1B-4781-A433-0B15F48D989E}" dt="2024-10-08T12:25:48.385" v="152" actId="26606"/>
          <ac:spMkLst>
            <pc:docMk/>
            <pc:sldMk cId="4110136333" sldId="257"/>
            <ac:spMk id="1036" creationId="{961D8973-EAA9-459A-AF59-BBB4233D6C78}"/>
          </ac:spMkLst>
        </pc:spChg>
        <pc:spChg chg="add">
          <ac:chgData name="3.D Novan Martin" userId="ec2bf3a4-129b-407c-b8fe-888676c8d718" providerId="ADAL" clId="{D3695922-ED1B-4781-A433-0B15F48D989E}" dt="2024-10-08T12:25:48.385" v="152" actId="26606"/>
          <ac:spMkLst>
            <pc:docMk/>
            <pc:sldMk cId="4110136333" sldId="257"/>
            <ac:spMk id="1038" creationId="{FBEA8A33-C0D0-416D-8359-724B8828C7C3}"/>
          </ac:spMkLst>
        </pc:spChg>
        <pc:grpChg chg="del">
          <ac:chgData name="3.D Novan Martin" userId="ec2bf3a4-129b-407c-b8fe-888676c8d718" providerId="ADAL" clId="{D3695922-ED1B-4781-A433-0B15F48D989E}" dt="2024-09-26T06:36:37.418" v="26"/>
          <ac:grpSpMkLst>
            <pc:docMk/>
            <pc:sldMk cId="4110136333" sldId="257"/>
            <ac:grpSpMk id="1037" creationId="{453E4DEE-E996-40F8-8635-0FF43D7348F9}"/>
          </ac:grpSpMkLst>
        </pc:grpChg>
        <pc:picChg chg="add mod">
          <ac:chgData name="3.D Novan Martin" userId="ec2bf3a4-129b-407c-b8fe-888676c8d718" providerId="ADAL" clId="{D3695922-ED1B-4781-A433-0B15F48D989E}" dt="2024-10-08T12:25:48.385" v="152" actId="26606"/>
          <ac:picMkLst>
            <pc:docMk/>
            <pc:sldMk cId="4110136333" sldId="257"/>
            <ac:picMk id="4" creationId="{F66EA53E-A1F7-C36E-BCB3-D7587A190FC2}"/>
          </ac:picMkLst>
        </pc:picChg>
        <pc:picChg chg="del mod">
          <ac:chgData name="3.D Novan Martin" userId="ec2bf3a4-129b-407c-b8fe-888676c8d718" providerId="ADAL" clId="{D3695922-ED1B-4781-A433-0B15F48D989E}" dt="2024-10-08T12:25:41.584" v="151" actId="21"/>
          <ac:picMkLst>
            <pc:docMk/>
            <pc:sldMk cId="4110136333" sldId="257"/>
            <ac:picMk id="1028" creationId="{5A68D2AC-91AC-F934-9E87-8C26226C07C9}"/>
          </ac:picMkLst>
        </pc:picChg>
        <pc:picChg chg="del">
          <ac:chgData name="3.D Novan Martin" userId="ec2bf3a4-129b-407c-b8fe-888676c8d718" providerId="ADAL" clId="{D3695922-ED1B-4781-A433-0B15F48D989E}" dt="2024-09-26T06:36:37.418" v="26"/>
          <ac:picMkLst>
            <pc:docMk/>
            <pc:sldMk cId="4110136333" sldId="257"/>
            <ac:picMk id="1035" creationId="{FE6BA9E6-1D9E-4D30-B528-D49FA1342E4E}"/>
          </ac:picMkLst>
        </pc:picChg>
      </pc:sldChg>
      <pc:sldChg chg="modTransition">
        <pc:chgData name="3.D Novan Martin" userId="ec2bf3a4-129b-407c-b8fe-888676c8d718" providerId="ADAL" clId="{D3695922-ED1B-4781-A433-0B15F48D989E}" dt="2024-10-08T12:27:27.693" v="157"/>
        <pc:sldMkLst>
          <pc:docMk/>
          <pc:sldMk cId="765779509" sldId="258"/>
        </pc:sldMkLst>
      </pc:sldChg>
      <pc:sldChg chg="addSp modSp mod modTransition setBg">
        <pc:chgData name="3.D Novan Martin" userId="ec2bf3a4-129b-407c-b8fe-888676c8d718" providerId="ADAL" clId="{D3695922-ED1B-4781-A433-0B15F48D989E}" dt="2024-10-08T12:27:27.693" v="157"/>
        <pc:sldMkLst>
          <pc:docMk/>
          <pc:sldMk cId="1592514455" sldId="259"/>
        </pc:sldMkLst>
        <pc:spChg chg="mod">
          <ac:chgData name="3.D Novan Martin" userId="ec2bf3a4-129b-407c-b8fe-888676c8d718" providerId="ADAL" clId="{D3695922-ED1B-4781-A433-0B15F48D989E}" dt="2024-09-26T06:46:11.678" v="98" actId="26606"/>
          <ac:spMkLst>
            <pc:docMk/>
            <pc:sldMk cId="1592514455" sldId="259"/>
            <ac:spMk id="2" creationId="{15115A25-5547-3574-1A43-4A225BA5362C}"/>
          </ac:spMkLst>
        </pc:spChg>
        <pc:spChg chg="mod">
          <ac:chgData name="3.D Novan Martin" userId="ec2bf3a4-129b-407c-b8fe-888676c8d718" providerId="ADAL" clId="{D3695922-ED1B-4781-A433-0B15F48D989E}" dt="2024-09-26T06:46:11.678" v="98" actId="26606"/>
          <ac:spMkLst>
            <pc:docMk/>
            <pc:sldMk cId="1592514455" sldId="259"/>
            <ac:spMk id="3" creationId="{DCDE9D1C-F3F9-268F-C8FB-B88516350A5D}"/>
          </ac:spMkLst>
        </pc:spChg>
        <pc:spChg chg="add mod">
          <ac:chgData name="3.D Novan Martin" userId="ec2bf3a4-129b-407c-b8fe-888676c8d718" providerId="ADAL" clId="{D3695922-ED1B-4781-A433-0B15F48D989E}" dt="2024-09-26T06:46:11.678" v="98" actId="26606"/>
          <ac:spMkLst>
            <pc:docMk/>
            <pc:sldMk cId="1592514455" sldId="259"/>
            <ac:spMk id="8" creationId="{AD39CB9C-FE7E-CD99-DC87-0E4E3EE6A130}"/>
          </ac:spMkLst>
        </pc:spChg>
        <pc:picChg chg="add mod ord">
          <ac:chgData name="3.D Novan Martin" userId="ec2bf3a4-129b-407c-b8fe-888676c8d718" providerId="ADAL" clId="{D3695922-ED1B-4781-A433-0B15F48D989E}" dt="2024-09-26T06:46:11.678" v="98" actId="26606"/>
          <ac:picMkLst>
            <pc:docMk/>
            <pc:sldMk cId="1592514455" sldId="259"/>
            <ac:picMk id="5" creationId="{0E077956-D5AF-68D1-EEF7-0FBE95E278E0}"/>
          </ac:picMkLst>
        </pc:picChg>
        <pc:picChg chg="add mod">
          <ac:chgData name="3.D Novan Martin" userId="ec2bf3a4-129b-407c-b8fe-888676c8d718" providerId="ADAL" clId="{D3695922-ED1B-4781-A433-0B15F48D989E}" dt="2024-09-26T06:46:11.678" v="98" actId="26606"/>
          <ac:picMkLst>
            <pc:docMk/>
            <pc:sldMk cId="1592514455" sldId="259"/>
            <ac:picMk id="7" creationId="{445833ED-E633-DE59-D506-0CC33A079CC5}"/>
          </ac:picMkLst>
        </pc:picChg>
      </pc:sldChg>
      <pc:sldChg chg="addSp modSp mod modTransition setBg">
        <pc:chgData name="3.D Novan Martin" userId="ec2bf3a4-129b-407c-b8fe-888676c8d718" providerId="ADAL" clId="{D3695922-ED1B-4781-A433-0B15F48D989E}" dt="2024-10-08T12:27:27.693" v="157"/>
        <pc:sldMkLst>
          <pc:docMk/>
          <pc:sldMk cId="3257008515" sldId="260"/>
        </pc:sldMkLst>
        <pc:spChg chg="mod">
          <ac:chgData name="3.D Novan Martin" userId="ec2bf3a4-129b-407c-b8fe-888676c8d718" providerId="ADAL" clId="{D3695922-ED1B-4781-A433-0B15F48D989E}" dt="2024-09-26T06:52:20.379" v="105" actId="26606"/>
          <ac:spMkLst>
            <pc:docMk/>
            <pc:sldMk cId="3257008515" sldId="260"/>
            <ac:spMk id="2" creationId="{2100A08C-5AFE-9971-FD81-1BAD65A6D977}"/>
          </ac:spMkLst>
        </pc:spChg>
        <pc:spChg chg="mod">
          <ac:chgData name="3.D Novan Martin" userId="ec2bf3a4-129b-407c-b8fe-888676c8d718" providerId="ADAL" clId="{D3695922-ED1B-4781-A433-0B15F48D989E}" dt="2024-09-26T06:52:27.347" v="123" actId="20577"/>
          <ac:spMkLst>
            <pc:docMk/>
            <pc:sldMk cId="3257008515" sldId="260"/>
            <ac:spMk id="3" creationId="{497382EC-DD1D-6C6D-BBDF-FDE571B271F5}"/>
          </ac:spMkLst>
        </pc:spChg>
        <pc:spChg chg="add mod">
          <ac:chgData name="3.D Novan Martin" userId="ec2bf3a4-129b-407c-b8fe-888676c8d718" providerId="ADAL" clId="{D3695922-ED1B-4781-A433-0B15F48D989E}" dt="2024-09-26T06:52:20.379" v="105" actId="26606"/>
          <ac:spMkLst>
            <pc:docMk/>
            <pc:sldMk cId="3257008515" sldId="260"/>
            <ac:spMk id="8" creationId="{FA15A3A2-E9FF-D2AA-FCD3-874148732130}"/>
          </ac:spMkLst>
        </pc:spChg>
        <pc:spChg chg="add">
          <ac:chgData name="3.D Novan Martin" userId="ec2bf3a4-129b-407c-b8fe-888676c8d718" providerId="ADAL" clId="{D3695922-ED1B-4781-A433-0B15F48D989E}" dt="2024-09-26T06:52:20.379" v="105" actId="26606"/>
          <ac:spMkLst>
            <pc:docMk/>
            <pc:sldMk cId="3257008515" sldId="260"/>
            <ac:spMk id="13" creationId="{B98CA5AE-F2E4-4A6F-B986-89804B1EC016}"/>
          </ac:spMkLst>
        </pc:spChg>
        <pc:spChg chg="add">
          <ac:chgData name="3.D Novan Martin" userId="ec2bf3a4-129b-407c-b8fe-888676c8d718" providerId="ADAL" clId="{D3695922-ED1B-4781-A433-0B15F48D989E}" dt="2024-09-26T06:52:20.379" v="105" actId="26606"/>
          <ac:spMkLst>
            <pc:docMk/>
            <pc:sldMk cId="3257008515" sldId="260"/>
            <ac:spMk id="15" creationId="{E67E3959-D0D8-49DB-A48B-CE4FC36871C5}"/>
          </ac:spMkLst>
        </pc:spChg>
        <pc:picChg chg="add mod">
          <ac:chgData name="3.D Novan Martin" userId="ec2bf3a4-129b-407c-b8fe-888676c8d718" providerId="ADAL" clId="{D3695922-ED1B-4781-A433-0B15F48D989E}" dt="2024-09-26T06:52:20.379" v="105" actId="26606"/>
          <ac:picMkLst>
            <pc:docMk/>
            <pc:sldMk cId="3257008515" sldId="260"/>
            <ac:picMk id="5" creationId="{75EDFF04-6479-9809-CB96-32114FB7D845}"/>
          </ac:picMkLst>
        </pc:picChg>
        <pc:picChg chg="add mod">
          <ac:chgData name="3.D Novan Martin" userId="ec2bf3a4-129b-407c-b8fe-888676c8d718" providerId="ADAL" clId="{D3695922-ED1B-4781-A433-0B15F48D989E}" dt="2024-09-26T06:52:20.379" v="105" actId="26606"/>
          <ac:picMkLst>
            <pc:docMk/>
            <pc:sldMk cId="3257008515" sldId="260"/>
            <ac:picMk id="7" creationId="{001DC49E-C85C-7C39-9105-227BF0BB3E87}"/>
          </ac:picMkLst>
        </pc:picChg>
      </pc:sldChg>
      <pc:sldChg chg="addSp delSp modSp mod modTransition setBg delAnim modAnim">
        <pc:chgData name="3.D Novan Martin" userId="ec2bf3a4-129b-407c-b8fe-888676c8d718" providerId="ADAL" clId="{D3695922-ED1B-4781-A433-0B15F48D989E}" dt="2024-10-08T12:32:48.241" v="168" actId="26606"/>
        <pc:sldMkLst>
          <pc:docMk/>
          <pc:sldMk cId="1061965601" sldId="261"/>
        </pc:sldMkLst>
        <pc:spChg chg="mod">
          <ac:chgData name="3.D Novan Martin" userId="ec2bf3a4-129b-407c-b8fe-888676c8d718" providerId="ADAL" clId="{D3695922-ED1B-4781-A433-0B15F48D989E}" dt="2024-10-08T12:32:48.241" v="168" actId="26606"/>
          <ac:spMkLst>
            <pc:docMk/>
            <pc:sldMk cId="1061965601" sldId="261"/>
            <ac:spMk id="2" creationId="{95C75F0E-0486-506A-5EC0-7A50F65DE56B}"/>
          </ac:spMkLst>
        </pc:spChg>
        <pc:spChg chg="del mod">
          <ac:chgData name="3.D Novan Martin" userId="ec2bf3a4-129b-407c-b8fe-888676c8d718" providerId="ADAL" clId="{D3695922-ED1B-4781-A433-0B15F48D989E}" dt="2024-09-26T06:40:21.586" v="46"/>
          <ac:spMkLst>
            <pc:docMk/>
            <pc:sldMk cId="1061965601" sldId="261"/>
            <ac:spMk id="3" creationId="{76CDD96A-058E-8F6F-3ECE-A7168B581A30}"/>
          </ac:spMkLst>
        </pc:spChg>
        <pc:spChg chg="add del">
          <ac:chgData name="3.D Novan Martin" userId="ec2bf3a4-129b-407c-b8fe-888676c8d718" providerId="ADAL" clId="{D3695922-ED1B-4781-A433-0B15F48D989E}" dt="2024-10-08T12:31:54.870" v="164" actId="22"/>
          <ac:spMkLst>
            <pc:docMk/>
            <pc:sldMk cId="1061965601" sldId="261"/>
            <ac:spMk id="5" creationId="{5ED50D05-1280-A59F-344C-DD0C388932D5}"/>
          </ac:spMkLst>
        </pc:spChg>
        <pc:spChg chg="add del mod">
          <ac:chgData name="3.D Novan Martin" userId="ec2bf3a4-129b-407c-b8fe-888676c8d718" providerId="ADAL" clId="{D3695922-ED1B-4781-A433-0B15F48D989E}" dt="2024-10-08T12:32:48.241" v="168" actId="26606"/>
          <ac:spMkLst>
            <pc:docMk/>
            <pc:sldMk cId="1061965601" sldId="261"/>
            <ac:spMk id="8" creationId="{987A9531-399F-8D67-DE15-DDDBB041AF61}"/>
          </ac:spMkLst>
        </pc:spChg>
        <pc:spChg chg="add del">
          <ac:chgData name="3.D Novan Martin" userId="ec2bf3a4-129b-407c-b8fe-888676c8d718" providerId="ADAL" clId="{D3695922-ED1B-4781-A433-0B15F48D989E}" dt="2024-10-08T12:32:44.394" v="166" actId="26606"/>
          <ac:spMkLst>
            <pc:docMk/>
            <pc:sldMk cId="1061965601" sldId="261"/>
            <ac:spMk id="13" creationId="{1F9A0C1C-8ABC-401B-8FE9-AC9327C4C587}"/>
          </ac:spMkLst>
        </pc:spChg>
        <pc:spChg chg="add del">
          <ac:chgData name="3.D Novan Martin" userId="ec2bf3a4-129b-407c-b8fe-888676c8d718" providerId="ADAL" clId="{D3695922-ED1B-4781-A433-0B15F48D989E}" dt="2024-10-08T12:32:44.394" v="166" actId="26606"/>
          <ac:spMkLst>
            <pc:docMk/>
            <pc:sldMk cId="1061965601" sldId="261"/>
            <ac:spMk id="15" creationId="{BA5783C3-2F96-40A7-A24F-30CB07AA3928}"/>
          </ac:spMkLst>
        </pc:spChg>
        <pc:spChg chg="add del">
          <ac:chgData name="3.D Novan Martin" userId="ec2bf3a4-129b-407c-b8fe-888676c8d718" providerId="ADAL" clId="{D3695922-ED1B-4781-A433-0B15F48D989E}" dt="2024-10-08T12:32:44.394" v="166" actId="26606"/>
          <ac:spMkLst>
            <pc:docMk/>
            <pc:sldMk cId="1061965601" sldId="261"/>
            <ac:spMk id="17" creationId="{A9D08DBA-0326-4C4E-ACFB-576F3ABDD2D0}"/>
          </ac:spMkLst>
        </pc:spChg>
        <pc:spChg chg="add del">
          <ac:chgData name="3.D Novan Martin" userId="ec2bf3a4-129b-407c-b8fe-888676c8d718" providerId="ADAL" clId="{D3695922-ED1B-4781-A433-0B15F48D989E}" dt="2024-10-08T12:32:48.241" v="168" actId="26606"/>
          <ac:spMkLst>
            <pc:docMk/>
            <pc:sldMk cId="1061965601" sldId="261"/>
            <ac:spMk id="26" creationId="{7BB74091-09FE-44AF-8325-7FE6E175F727}"/>
          </ac:spMkLst>
        </pc:spChg>
        <pc:spChg chg="add del">
          <ac:chgData name="3.D Novan Martin" userId="ec2bf3a4-129b-407c-b8fe-888676c8d718" providerId="ADAL" clId="{D3695922-ED1B-4781-A433-0B15F48D989E}" dt="2024-10-08T12:32:48.241" v="168" actId="26606"/>
          <ac:spMkLst>
            <pc:docMk/>
            <pc:sldMk cId="1061965601" sldId="261"/>
            <ac:spMk id="28" creationId="{0F30CCEB-94C4-4F72-BA5A-9CEA853022DA}"/>
          </ac:spMkLst>
        </pc:spChg>
        <pc:spChg chg="add del">
          <ac:chgData name="3.D Novan Martin" userId="ec2bf3a4-129b-407c-b8fe-888676c8d718" providerId="ADAL" clId="{D3695922-ED1B-4781-A433-0B15F48D989E}" dt="2024-10-08T12:32:48.241" v="168" actId="26606"/>
          <ac:spMkLst>
            <pc:docMk/>
            <pc:sldMk cId="1061965601" sldId="261"/>
            <ac:spMk id="30" creationId="{0DE1A94F-CC8B-4954-97A7-ADD4F300D647}"/>
          </ac:spMkLst>
        </pc:spChg>
        <pc:spChg chg="add">
          <ac:chgData name="3.D Novan Martin" userId="ec2bf3a4-129b-407c-b8fe-888676c8d718" providerId="ADAL" clId="{D3695922-ED1B-4781-A433-0B15F48D989E}" dt="2024-10-08T12:32:48.241" v="168" actId="26606"/>
          <ac:spMkLst>
            <pc:docMk/>
            <pc:sldMk cId="1061965601" sldId="261"/>
            <ac:spMk id="39" creationId="{1F9A0C1C-8ABC-401B-8FE9-AC9327C4C587}"/>
          </ac:spMkLst>
        </pc:spChg>
        <pc:spChg chg="add">
          <ac:chgData name="3.D Novan Martin" userId="ec2bf3a4-129b-407c-b8fe-888676c8d718" providerId="ADAL" clId="{D3695922-ED1B-4781-A433-0B15F48D989E}" dt="2024-10-08T12:32:48.241" v="168" actId="26606"/>
          <ac:spMkLst>
            <pc:docMk/>
            <pc:sldMk cId="1061965601" sldId="261"/>
            <ac:spMk id="41" creationId="{BA5783C3-2F96-40A7-A24F-30CB07AA3928}"/>
          </ac:spMkLst>
        </pc:spChg>
        <pc:spChg chg="add">
          <ac:chgData name="3.D Novan Martin" userId="ec2bf3a4-129b-407c-b8fe-888676c8d718" providerId="ADAL" clId="{D3695922-ED1B-4781-A433-0B15F48D989E}" dt="2024-10-08T12:32:48.241" v="168" actId="26606"/>
          <ac:spMkLst>
            <pc:docMk/>
            <pc:sldMk cId="1061965601" sldId="261"/>
            <ac:spMk id="43" creationId="{A9D08DBA-0326-4C4E-ACFB-576F3ABDD2D0}"/>
          </ac:spMkLst>
        </pc:spChg>
        <pc:grpChg chg="add del">
          <ac:chgData name="3.D Novan Martin" userId="ec2bf3a4-129b-407c-b8fe-888676c8d718" providerId="ADAL" clId="{D3695922-ED1B-4781-A433-0B15F48D989E}" dt="2024-10-08T12:32:44.394" v="166" actId="26606"/>
          <ac:grpSpMkLst>
            <pc:docMk/>
            <pc:sldMk cId="1061965601" sldId="261"/>
            <ac:grpSpMk id="9" creationId="{449BC34D-9C23-4D6D-8213-1F471AF85B3F}"/>
          </ac:grpSpMkLst>
        </pc:grpChg>
        <pc:grpChg chg="add del">
          <ac:chgData name="3.D Novan Martin" userId="ec2bf3a4-129b-407c-b8fe-888676c8d718" providerId="ADAL" clId="{D3695922-ED1B-4781-A433-0B15F48D989E}" dt="2024-10-08T12:32:48.241" v="168" actId="26606"/>
          <ac:grpSpMkLst>
            <pc:docMk/>
            <pc:sldMk cId="1061965601" sldId="261"/>
            <ac:grpSpMk id="22" creationId="{57500303-A207-4812-BEB9-51E132FEB73F}"/>
          </ac:grpSpMkLst>
        </pc:grpChg>
        <pc:grpChg chg="add">
          <ac:chgData name="3.D Novan Martin" userId="ec2bf3a4-129b-407c-b8fe-888676c8d718" providerId="ADAL" clId="{D3695922-ED1B-4781-A433-0B15F48D989E}" dt="2024-10-08T12:32:48.241" v="168" actId="26606"/>
          <ac:grpSpMkLst>
            <pc:docMk/>
            <pc:sldMk cId="1061965601" sldId="261"/>
            <ac:grpSpMk id="35" creationId="{449BC34D-9C23-4D6D-8213-1F471AF85B3F}"/>
          </ac:grpSpMkLst>
        </pc:grpChg>
        <pc:picChg chg="add del mod">
          <ac:chgData name="3.D Novan Martin" userId="ec2bf3a4-129b-407c-b8fe-888676c8d718" providerId="ADAL" clId="{D3695922-ED1B-4781-A433-0B15F48D989E}" dt="2024-10-08T12:32:46.108" v="167" actId="478"/>
          <ac:picMkLst>
            <pc:docMk/>
            <pc:sldMk cId="1061965601" sldId="261"/>
            <ac:picMk id="4" creationId="{1D980768-2D93-3666-6A33-D713299BA7A8}"/>
          </ac:picMkLst>
        </pc:picChg>
        <pc:picChg chg="add mod">
          <ac:chgData name="3.D Novan Martin" userId="ec2bf3a4-129b-407c-b8fe-888676c8d718" providerId="ADAL" clId="{D3695922-ED1B-4781-A433-0B15F48D989E}" dt="2024-10-08T12:32:48.241" v="168" actId="26606"/>
          <ac:picMkLst>
            <pc:docMk/>
            <pc:sldMk cId="1061965601" sldId="261"/>
            <ac:picMk id="6" creationId="{5D41F423-2556-FCEA-97BC-F9B9E724E43F}"/>
          </ac:picMkLst>
        </pc:picChg>
      </pc:sldChg>
      <pc:sldChg chg="modSp mod modTransition">
        <pc:chgData name="3.D Novan Martin" userId="ec2bf3a4-129b-407c-b8fe-888676c8d718" providerId="ADAL" clId="{D3695922-ED1B-4781-A433-0B15F48D989E}" dt="2024-10-08T12:28:30.236" v="159"/>
        <pc:sldMkLst>
          <pc:docMk/>
          <pc:sldMk cId="1391883597" sldId="262"/>
        </pc:sldMkLst>
        <pc:spChg chg="mod">
          <ac:chgData name="3.D Novan Martin" userId="ec2bf3a4-129b-407c-b8fe-888676c8d718" providerId="ADAL" clId="{D3695922-ED1B-4781-A433-0B15F48D989E}" dt="2024-09-26T06:40:51.150" v="72" actId="20577"/>
          <ac:spMkLst>
            <pc:docMk/>
            <pc:sldMk cId="1391883597" sldId="262"/>
            <ac:spMk id="2" creationId="{7A1971C0-06B1-DC3B-C327-8D45305B8A8B}"/>
          </ac:spMkLst>
        </pc:spChg>
        <pc:spChg chg="mod">
          <ac:chgData name="3.D Novan Martin" userId="ec2bf3a4-129b-407c-b8fe-888676c8d718" providerId="ADAL" clId="{D3695922-ED1B-4781-A433-0B15F48D989E}" dt="2024-09-26T06:36:37.418" v="26"/>
          <ac:spMkLst>
            <pc:docMk/>
            <pc:sldMk cId="1391883597" sldId="262"/>
            <ac:spMk id="3" creationId="{6BA52222-B3DC-BD14-B766-2A4D28409A31}"/>
          </ac:spMkLst>
        </pc:spChg>
      </pc:sldChg>
      <pc:sldChg chg="modSp new mod modTransition">
        <pc:chgData name="3.D Novan Martin" userId="ec2bf3a4-129b-407c-b8fe-888676c8d718" providerId="ADAL" clId="{D3695922-ED1B-4781-A433-0B15F48D989E}" dt="2024-10-08T12:30:00.739" v="162"/>
        <pc:sldMkLst>
          <pc:docMk/>
          <pc:sldMk cId="3339724873" sldId="263"/>
        </pc:sldMkLst>
        <pc:spChg chg="mod">
          <ac:chgData name="3.D Novan Martin" userId="ec2bf3a4-129b-407c-b8fe-888676c8d718" providerId="ADAL" clId="{D3695922-ED1B-4781-A433-0B15F48D989E}" dt="2024-09-26T06:41:14.536" v="83" actId="20577"/>
          <ac:spMkLst>
            <pc:docMk/>
            <pc:sldMk cId="3339724873" sldId="263"/>
            <ac:spMk id="2" creationId="{606027DA-42EF-75CA-C171-F515408716A8}"/>
          </ac:spMkLst>
        </pc:spChg>
        <pc:spChg chg="mod">
          <ac:chgData name="3.D Novan Martin" userId="ec2bf3a4-129b-407c-b8fe-888676c8d718" providerId="ADAL" clId="{D3695922-ED1B-4781-A433-0B15F48D989E}" dt="2024-09-26T06:43:02.665" v="86"/>
          <ac:spMkLst>
            <pc:docMk/>
            <pc:sldMk cId="3339724873" sldId="263"/>
            <ac:spMk id="3" creationId="{0EF64571-EFDB-55FC-7F90-F85DD6044306}"/>
          </ac:spMkLst>
        </pc:spChg>
      </pc:sldChg>
      <pc:sldChg chg="modSp del">
        <pc:chgData name="3.D Novan Martin" userId="ec2bf3a4-129b-407c-b8fe-888676c8d718" providerId="ADAL" clId="{D3695922-ED1B-4781-A433-0B15F48D989E}" dt="2024-09-26T06:40:43.432" v="51" actId="47"/>
        <pc:sldMkLst>
          <pc:docMk/>
          <pc:sldMk cId="4214046079" sldId="263"/>
        </pc:sldMkLst>
        <pc:spChg chg="mod">
          <ac:chgData name="3.D Novan Martin" userId="ec2bf3a4-129b-407c-b8fe-888676c8d718" providerId="ADAL" clId="{D3695922-ED1B-4781-A433-0B15F48D989E}" dt="2024-09-26T06:36:37.418" v="26"/>
          <ac:spMkLst>
            <pc:docMk/>
            <pc:sldMk cId="4214046079" sldId="263"/>
            <ac:spMk id="2" creationId="{1108F253-EE2F-EC96-8152-7DDB146BDB1B}"/>
          </ac:spMkLst>
        </pc:spChg>
        <pc:spChg chg="mod">
          <ac:chgData name="3.D Novan Martin" userId="ec2bf3a4-129b-407c-b8fe-888676c8d718" providerId="ADAL" clId="{D3695922-ED1B-4781-A433-0B15F48D989E}" dt="2024-09-26T06:36:37.418" v="26"/>
          <ac:spMkLst>
            <pc:docMk/>
            <pc:sldMk cId="4214046079" sldId="263"/>
            <ac:spMk id="3" creationId="{CC7317EB-F81C-06E1-50F7-6E41DB5C492D}"/>
          </ac:spMkLst>
        </pc:spChg>
      </pc:sldChg>
      <pc:sldChg chg="modSp del">
        <pc:chgData name="3.D Novan Martin" userId="ec2bf3a4-129b-407c-b8fe-888676c8d718" providerId="ADAL" clId="{D3695922-ED1B-4781-A433-0B15F48D989E}" dt="2024-09-26T06:40:42.987" v="50" actId="47"/>
        <pc:sldMkLst>
          <pc:docMk/>
          <pc:sldMk cId="951383101" sldId="264"/>
        </pc:sldMkLst>
        <pc:spChg chg="mod">
          <ac:chgData name="3.D Novan Martin" userId="ec2bf3a4-129b-407c-b8fe-888676c8d718" providerId="ADAL" clId="{D3695922-ED1B-4781-A433-0B15F48D989E}" dt="2024-09-26T06:36:37.418" v="26"/>
          <ac:spMkLst>
            <pc:docMk/>
            <pc:sldMk cId="951383101" sldId="264"/>
            <ac:spMk id="2" creationId="{6077EDB0-F1A6-1B2C-4C77-4EDA4CD62AEE}"/>
          </ac:spMkLst>
        </pc:spChg>
        <pc:spChg chg="mod">
          <ac:chgData name="3.D Novan Martin" userId="ec2bf3a4-129b-407c-b8fe-888676c8d718" providerId="ADAL" clId="{D3695922-ED1B-4781-A433-0B15F48D989E}" dt="2024-09-26T06:36:37.418" v="26"/>
          <ac:spMkLst>
            <pc:docMk/>
            <pc:sldMk cId="951383101" sldId="264"/>
            <ac:spMk id="3" creationId="{7AD47ABF-61D4-29FB-CC72-6DBC06A38405}"/>
          </ac:spMkLst>
        </pc:spChg>
      </pc:sldChg>
      <pc:sldChg chg="modSp del">
        <pc:chgData name="3.D Novan Martin" userId="ec2bf3a4-129b-407c-b8fe-888676c8d718" providerId="ADAL" clId="{D3695922-ED1B-4781-A433-0B15F48D989E}" dt="2024-09-26T06:40:42.769" v="49" actId="47"/>
        <pc:sldMkLst>
          <pc:docMk/>
          <pc:sldMk cId="2581332362" sldId="265"/>
        </pc:sldMkLst>
        <pc:spChg chg="mod">
          <ac:chgData name="3.D Novan Martin" userId="ec2bf3a4-129b-407c-b8fe-888676c8d718" providerId="ADAL" clId="{D3695922-ED1B-4781-A433-0B15F48D989E}" dt="2024-09-26T06:36:37.418" v="26"/>
          <ac:spMkLst>
            <pc:docMk/>
            <pc:sldMk cId="2581332362" sldId="265"/>
            <ac:spMk id="2" creationId="{3D404A30-C8DB-DD80-9898-B398E5128E8A}"/>
          </ac:spMkLst>
        </pc:spChg>
        <pc:spChg chg="mod">
          <ac:chgData name="3.D Novan Martin" userId="ec2bf3a4-129b-407c-b8fe-888676c8d718" providerId="ADAL" clId="{D3695922-ED1B-4781-A433-0B15F48D989E}" dt="2024-09-26T06:36:37.418" v="26"/>
          <ac:spMkLst>
            <pc:docMk/>
            <pc:sldMk cId="2581332362" sldId="265"/>
            <ac:spMk id="3" creationId="{0F3A0FDB-6D38-A077-A9DC-B9F593D029FD}"/>
          </ac:spMkLst>
        </pc:spChg>
      </pc:sldChg>
      <pc:sldChg chg="modSp del">
        <pc:chgData name="3.D Novan Martin" userId="ec2bf3a4-129b-407c-b8fe-888676c8d718" providerId="ADAL" clId="{D3695922-ED1B-4781-A433-0B15F48D989E}" dt="2024-09-26T06:40:42.472" v="48" actId="47"/>
        <pc:sldMkLst>
          <pc:docMk/>
          <pc:sldMk cId="1333135171" sldId="266"/>
        </pc:sldMkLst>
        <pc:spChg chg="mod">
          <ac:chgData name="3.D Novan Martin" userId="ec2bf3a4-129b-407c-b8fe-888676c8d718" providerId="ADAL" clId="{D3695922-ED1B-4781-A433-0B15F48D989E}" dt="2024-09-26T06:36:37.418" v="26"/>
          <ac:spMkLst>
            <pc:docMk/>
            <pc:sldMk cId="1333135171" sldId="266"/>
            <ac:spMk id="2" creationId="{EBA66A69-C445-9FBC-3BAD-F5746C939B5B}"/>
          </ac:spMkLst>
        </pc:spChg>
        <pc:spChg chg="mod">
          <ac:chgData name="3.D Novan Martin" userId="ec2bf3a4-129b-407c-b8fe-888676c8d718" providerId="ADAL" clId="{D3695922-ED1B-4781-A433-0B15F48D989E}" dt="2024-09-26T06:36:37.418" v="26"/>
          <ac:spMkLst>
            <pc:docMk/>
            <pc:sldMk cId="1333135171" sldId="266"/>
            <ac:spMk id="3" creationId="{9916BC8E-A1C2-9FE6-E293-115D38CB0C30}"/>
          </ac:spMkLst>
        </pc:spChg>
      </pc:sldChg>
      <pc:sldMasterChg chg="modTransition modSldLayout">
        <pc:chgData name="3.D Novan Martin" userId="ec2bf3a4-129b-407c-b8fe-888676c8d718" providerId="ADAL" clId="{D3695922-ED1B-4781-A433-0B15F48D989E}" dt="2024-10-08T12:27:27.693" v="157"/>
        <pc:sldMasterMkLst>
          <pc:docMk/>
          <pc:sldMasterMk cId="2412030762" sldId="2147483744"/>
        </pc:sldMasterMkLst>
        <pc:sldLayoutChg chg="modTransition">
          <pc:chgData name="3.D Novan Martin" userId="ec2bf3a4-129b-407c-b8fe-888676c8d718" providerId="ADAL" clId="{D3695922-ED1B-4781-A433-0B15F48D989E}" dt="2024-10-08T12:27:27.693" v="157"/>
          <pc:sldLayoutMkLst>
            <pc:docMk/>
            <pc:sldMasterMk cId="2412030762" sldId="2147483744"/>
            <pc:sldLayoutMk cId="2537933677" sldId="2147483745"/>
          </pc:sldLayoutMkLst>
        </pc:sldLayoutChg>
        <pc:sldLayoutChg chg="modTransition">
          <pc:chgData name="3.D Novan Martin" userId="ec2bf3a4-129b-407c-b8fe-888676c8d718" providerId="ADAL" clId="{D3695922-ED1B-4781-A433-0B15F48D989E}" dt="2024-10-08T12:27:27.693" v="157"/>
          <pc:sldLayoutMkLst>
            <pc:docMk/>
            <pc:sldMasterMk cId="2412030762" sldId="2147483744"/>
            <pc:sldLayoutMk cId="447214389" sldId="2147483746"/>
          </pc:sldLayoutMkLst>
        </pc:sldLayoutChg>
        <pc:sldLayoutChg chg="modTransition">
          <pc:chgData name="3.D Novan Martin" userId="ec2bf3a4-129b-407c-b8fe-888676c8d718" providerId="ADAL" clId="{D3695922-ED1B-4781-A433-0B15F48D989E}" dt="2024-10-08T12:27:27.693" v="157"/>
          <pc:sldLayoutMkLst>
            <pc:docMk/>
            <pc:sldMasterMk cId="2412030762" sldId="2147483744"/>
            <pc:sldLayoutMk cId="2015918039" sldId="2147483747"/>
          </pc:sldLayoutMkLst>
        </pc:sldLayoutChg>
        <pc:sldLayoutChg chg="modTransition">
          <pc:chgData name="3.D Novan Martin" userId="ec2bf3a4-129b-407c-b8fe-888676c8d718" providerId="ADAL" clId="{D3695922-ED1B-4781-A433-0B15F48D989E}" dt="2024-10-08T12:27:27.693" v="157"/>
          <pc:sldLayoutMkLst>
            <pc:docMk/>
            <pc:sldMasterMk cId="2412030762" sldId="2147483744"/>
            <pc:sldLayoutMk cId="2616707131" sldId="2147483748"/>
          </pc:sldLayoutMkLst>
        </pc:sldLayoutChg>
        <pc:sldLayoutChg chg="modTransition">
          <pc:chgData name="3.D Novan Martin" userId="ec2bf3a4-129b-407c-b8fe-888676c8d718" providerId="ADAL" clId="{D3695922-ED1B-4781-A433-0B15F48D989E}" dt="2024-10-08T12:27:27.693" v="157"/>
          <pc:sldLayoutMkLst>
            <pc:docMk/>
            <pc:sldMasterMk cId="2412030762" sldId="2147483744"/>
            <pc:sldLayoutMk cId="3935831301" sldId="2147483749"/>
          </pc:sldLayoutMkLst>
        </pc:sldLayoutChg>
        <pc:sldLayoutChg chg="modTransition">
          <pc:chgData name="3.D Novan Martin" userId="ec2bf3a4-129b-407c-b8fe-888676c8d718" providerId="ADAL" clId="{D3695922-ED1B-4781-A433-0B15F48D989E}" dt="2024-10-08T12:27:27.693" v="157"/>
          <pc:sldLayoutMkLst>
            <pc:docMk/>
            <pc:sldMasterMk cId="2412030762" sldId="2147483744"/>
            <pc:sldLayoutMk cId="3936279938" sldId="2147483750"/>
          </pc:sldLayoutMkLst>
        </pc:sldLayoutChg>
        <pc:sldLayoutChg chg="modTransition">
          <pc:chgData name="3.D Novan Martin" userId="ec2bf3a4-129b-407c-b8fe-888676c8d718" providerId="ADAL" clId="{D3695922-ED1B-4781-A433-0B15F48D989E}" dt="2024-10-08T12:27:27.693" v="157"/>
          <pc:sldLayoutMkLst>
            <pc:docMk/>
            <pc:sldMasterMk cId="2412030762" sldId="2147483744"/>
            <pc:sldLayoutMk cId="1062077894" sldId="2147483751"/>
          </pc:sldLayoutMkLst>
        </pc:sldLayoutChg>
        <pc:sldLayoutChg chg="modTransition">
          <pc:chgData name="3.D Novan Martin" userId="ec2bf3a4-129b-407c-b8fe-888676c8d718" providerId="ADAL" clId="{D3695922-ED1B-4781-A433-0B15F48D989E}" dt="2024-10-08T12:27:27.693" v="157"/>
          <pc:sldLayoutMkLst>
            <pc:docMk/>
            <pc:sldMasterMk cId="2412030762" sldId="2147483744"/>
            <pc:sldLayoutMk cId="1960892601" sldId="2147483752"/>
          </pc:sldLayoutMkLst>
        </pc:sldLayoutChg>
        <pc:sldLayoutChg chg="modTransition">
          <pc:chgData name="3.D Novan Martin" userId="ec2bf3a4-129b-407c-b8fe-888676c8d718" providerId="ADAL" clId="{D3695922-ED1B-4781-A433-0B15F48D989E}" dt="2024-10-08T12:27:27.693" v="157"/>
          <pc:sldLayoutMkLst>
            <pc:docMk/>
            <pc:sldMasterMk cId="2412030762" sldId="2147483744"/>
            <pc:sldLayoutMk cId="1571092631" sldId="2147483753"/>
          </pc:sldLayoutMkLst>
        </pc:sldLayoutChg>
        <pc:sldLayoutChg chg="modTransition">
          <pc:chgData name="3.D Novan Martin" userId="ec2bf3a4-129b-407c-b8fe-888676c8d718" providerId="ADAL" clId="{D3695922-ED1B-4781-A433-0B15F48D989E}" dt="2024-10-08T12:27:27.693" v="157"/>
          <pc:sldLayoutMkLst>
            <pc:docMk/>
            <pc:sldMasterMk cId="2412030762" sldId="2147483744"/>
            <pc:sldLayoutMk cId="1538701045" sldId="2147483754"/>
          </pc:sldLayoutMkLst>
        </pc:sldLayoutChg>
        <pc:sldLayoutChg chg="modTransition">
          <pc:chgData name="3.D Novan Martin" userId="ec2bf3a4-129b-407c-b8fe-888676c8d718" providerId="ADAL" clId="{D3695922-ED1B-4781-A433-0B15F48D989E}" dt="2024-10-08T12:27:27.693" v="157"/>
          <pc:sldLayoutMkLst>
            <pc:docMk/>
            <pc:sldMasterMk cId="2412030762" sldId="2147483744"/>
            <pc:sldLayoutMk cId="1576669152" sldId="214748375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537933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143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15918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07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313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799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778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0892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71092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010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691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1203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half-life-png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www.wallpaperflare.com/fortnite-skins-wallpaper-yskgk/download/1366x768" TargetMode="Externa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instagram-symbol-logo-photo-camera-1581266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www.pngall.com/tiktok-png/download/33634" TargetMode="Externa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ePNs-G7puA?feature=oembed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ePNs-G7puA" TargetMode="External"/><Relationship Id="rId2" Type="http://schemas.openxmlformats.org/officeDocument/2006/relationships/hyperlink" Target="https://cs.wikipedia.org/w/index.php?title=Skibidi_Toilet&amp;oldid=2416664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314069-1189-8BF4-A348-B83FC9C7A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/>
          </a:bodyPr>
          <a:lstStyle/>
          <a:p>
            <a:pPr algn="ctr"/>
            <a:br>
              <a:rPr lang="cs-CZ" sz="3000"/>
            </a:br>
            <a:br>
              <a:rPr lang="cs-CZ" sz="3000"/>
            </a:br>
            <a:endParaRPr lang="cs-CZ" sz="3000"/>
          </a:p>
        </p:txBody>
      </p:sp>
      <p:pic>
        <p:nvPicPr>
          <p:cNvPr id="1026" name="Picture 2" descr="Skibidi Toilet:' If you don't know what it is, you will | CNN">
            <a:extLst>
              <a:ext uri="{FF2B5EF4-FFF2-40B4-BE49-F238E27FC236}">
                <a16:creationId xmlns:a16="http://schemas.microsoft.com/office/drawing/2014/main" id="{848F7366-E180-38B0-2F10-682523587B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6" r="12178" b="4412"/>
          <a:stretch/>
        </p:blipFill>
        <p:spPr bwMode="auto">
          <a:xfrm>
            <a:off x="0" y="1"/>
            <a:ext cx="12192000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odnadpis 2">
            <a:extLst>
              <a:ext uri="{FF2B5EF4-FFF2-40B4-BE49-F238E27FC236}">
                <a16:creationId xmlns:a16="http://schemas.microsoft.com/office/drawing/2014/main" id="{BAC1D0FC-81E4-E2FE-BD2C-7469CD5CE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85839" y="6389199"/>
            <a:ext cx="2406161" cy="468800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bg1"/>
                </a:solidFill>
              </a:rPr>
              <a:t>Martin Novan 3.D</a:t>
            </a: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E31C1EB8-C791-3E1C-4E7E-243B20883E9D}"/>
              </a:ext>
            </a:extLst>
          </p:cNvPr>
          <p:cNvSpPr txBox="1"/>
          <p:nvPr/>
        </p:nvSpPr>
        <p:spPr>
          <a:xfrm>
            <a:off x="162561" y="2228671"/>
            <a:ext cx="12192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5000" dirty="0" err="1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Skibidi</a:t>
            </a:r>
            <a:r>
              <a:rPr lang="cs-CZ" sz="15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cs-CZ" sz="15000" dirty="0" err="1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Toilet</a:t>
            </a:r>
            <a:endParaRPr lang="cs-CZ" sz="150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4419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5">
            <a:extLst>
              <a:ext uri="{FF2B5EF4-FFF2-40B4-BE49-F238E27FC236}">
                <a16:creationId xmlns:a16="http://schemas.microsoft.com/office/drawing/2014/main" id="{961D8973-EAA9-459A-AF59-BBB4233D6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C3EA409-657A-B76D-A307-7A194DFB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793475" cy="1485900"/>
          </a:xfrm>
        </p:spPr>
        <p:txBody>
          <a:bodyPr>
            <a:normAutofit/>
          </a:bodyPr>
          <a:lstStyle/>
          <a:p>
            <a:r>
              <a:rPr lang="cs-CZ"/>
              <a:t>O skibidi toilet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BFE0AC3-550C-15CE-44FE-879E20EC1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3" y="2286000"/>
            <a:ext cx="5793475" cy="3581400"/>
          </a:xfrm>
        </p:spPr>
        <p:txBody>
          <a:bodyPr>
            <a:normAutofit/>
          </a:bodyPr>
          <a:lstStyle/>
          <a:p>
            <a:r>
              <a:rPr lang="cs-CZ" dirty="0"/>
              <a:t>je internetový mem v podobě série krátkých virálních videí</a:t>
            </a:r>
          </a:p>
          <a:p>
            <a:r>
              <a:rPr lang="cs-CZ" dirty="0"/>
              <a:t>Sérii vytvořil na svém </a:t>
            </a:r>
            <a:r>
              <a:rPr lang="cs-CZ" dirty="0" err="1"/>
              <a:t>youtubovém</a:t>
            </a:r>
            <a:r>
              <a:rPr lang="cs-CZ" dirty="0"/>
              <a:t> kanálu gruzínský animátor Alexej </a:t>
            </a:r>
            <a:r>
              <a:rPr lang="cs-CZ" dirty="0" err="1"/>
              <a:t>Gerasimov</a:t>
            </a:r>
            <a:endParaRPr lang="cs-CZ" dirty="0"/>
          </a:p>
          <a:p>
            <a:endParaRPr lang="cs-CZ" dirty="0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FBEA8A33-C0D0-416D-8359-724B8828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4" name="Picture 2" descr="Skibidi Toilet:' If you don't know what it is, you will | CNN">
            <a:extLst>
              <a:ext uri="{FF2B5EF4-FFF2-40B4-BE49-F238E27FC236}">
                <a16:creationId xmlns:a16="http://schemas.microsoft.com/office/drawing/2014/main" id="{F66EA53E-A1F7-C36E-BCB3-D7587A190F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56" r="33057" b="1"/>
          <a:stretch/>
        </p:blipFill>
        <p:spPr bwMode="auto">
          <a:xfrm>
            <a:off x="7612260" y="10"/>
            <a:ext cx="457973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136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EAF8D1-3E47-3BB6-A21E-C67626983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5894387" cy="1478570"/>
          </a:xfrm>
        </p:spPr>
        <p:txBody>
          <a:bodyPr anchor="b">
            <a:normAutofit/>
          </a:bodyPr>
          <a:lstStyle/>
          <a:p>
            <a:r>
              <a:rPr lang="cs-CZ" dirty="0"/>
              <a:t>Děj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417C888-5D0B-1BA2-0AC4-23271DD50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5894388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2000"/>
              <a:t>zobrazuje konflikt mezi zpívajícími záchody s lidskou hlavou - titulními „</a:t>
            </a:r>
            <a:r>
              <a:rPr lang="cs-CZ" sz="2000" err="1"/>
              <a:t>Skibidi</a:t>
            </a:r>
            <a:r>
              <a:rPr lang="cs-CZ" sz="2000"/>
              <a:t> </a:t>
            </a:r>
            <a:r>
              <a:rPr lang="cs-CZ" sz="2000" err="1"/>
              <a:t>Toilets</a:t>
            </a:r>
            <a:r>
              <a:rPr lang="cs-CZ" sz="2000"/>
              <a:t>“ - a humanoidy s kamerami, reproduktory a televizory místo hlavy.</a:t>
            </a:r>
          </a:p>
          <a:p>
            <a:pPr>
              <a:lnSpc>
                <a:spcPct val="110000"/>
              </a:lnSpc>
            </a:pPr>
            <a:r>
              <a:rPr lang="cs-CZ" sz="2000"/>
              <a:t>Mezi toaletami a aliancí Kameramanů a Mluvčích se brzy rozvine válka</a:t>
            </a:r>
          </a:p>
          <a:p>
            <a:pPr>
              <a:lnSpc>
                <a:spcPct val="110000"/>
              </a:lnSpc>
            </a:pPr>
            <a:r>
              <a:rPr lang="cs-CZ" sz="2000"/>
              <a:t>Titánský Mluvčí je infikován parazitem ovládajícím mysl, což způsobí, že se Titánský Mluvčí obrátí proti alianci. </a:t>
            </a:r>
          </a:p>
        </p:txBody>
      </p:sp>
      <p:pic>
        <p:nvPicPr>
          <p:cNvPr id="3076" name="Picture 4" descr="Michael Bay's Skibidi Toilet movie production company has apparently sent  DMCA takedowns to Garry's Mod | Rock Paper Shotgun">
            <a:extLst>
              <a:ext uri="{FF2B5EF4-FFF2-40B4-BE49-F238E27FC236}">
                <a16:creationId xmlns:a16="http://schemas.microsoft.com/office/drawing/2014/main" id="{BD934928-EAD4-92F3-0F03-E0E0DCDDA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6" r="6337" b="-3"/>
          <a:stretch/>
        </p:blipFill>
        <p:spPr bwMode="auto">
          <a:xfrm>
            <a:off x="7619998" y="780235"/>
            <a:ext cx="3425199" cy="2337870"/>
          </a:xfrm>
          <a:custGeom>
            <a:avLst/>
            <a:gdLst/>
            <a:ahLst/>
            <a:cxnLst/>
            <a:rect l="l" t="t" r="r" b="b"/>
            <a:pathLst>
              <a:path w="3425199" h="2337870">
                <a:moveTo>
                  <a:pt x="166465" y="0"/>
                </a:moveTo>
                <a:lnTo>
                  <a:pt x="3425199" y="0"/>
                </a:lnTo>
                <a:lnTo>
                  <a:pt x="3425199" y="2337870"/>
                </a:lnTo>
                <a:lnTo>
                  <a:pt x="0" y="2337870"/>
                </a:lnTo>
                <a:lnTo>
                  <a:pt x="0" y="166465"/>
                </a:lnTo>
                <a:cubicBezTo>
                  <a:pt x="0" y="74529"/>
                  <a:pt x="74529" y="0"/>
                  <a:pt x="166465" y="0"/>
                </a:cubicBezTo>
                <a:close/>
              </a:path>
            </a:pathLst>
          </a:cu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Skibidi Toilet: what is this bizarre viral YouTube series – and does it  deserve the moral panic? | YouTube | The Guardian">
            <a:extLst>
              <a:ext uri="{FF2B5EF4-FFF2-40B4-BE49-F238E27FC236}">
                <a16:creationId xmlns:a16="http://schemas.microsoft.com/office/drawing/2014/main" id="{E5E95DA1-D76E-90C9-70FB-84DBBDF2E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3" r="8251" b="-1"/>
          <a:stretch/>
        </p:blipFill>
        <p:spPr bwMode="auto">
          <a:xfrm>
            <a:off x="7619998" y="3282697"/>
            <a:ext cx="3425199" cy="2337870"/>
          </a:xfrm>
          <a:custGeom>
            <a:avLst/>
            <a:gdLst/>
            <a:ahLst/>
            <a:cxnLst/>
            <a:rect l="l" t="t" r="r" b="b"/>
            <a:pathLst>
              <a:path w="3425199" h="2337870">
                <a:moveTo>
                  <a:pt x="0" y="0"/>
                </a:moveTo>
                <a:lnTo>
                  <a:pt x="3425199" y="0"/>
                </a:lnTo>
                <a:lnTo>
                  <a:pt x="3425199" y="2171405"/>
                </a:lnTo>
                <a:cubicBezTo>
                  <a:pt x="3425199" y="2263341"/>
                  <a:pt x="3350670" y="2337870"/>
                  <a:pt x="3258734" y="2337870"/>
                </a:cubicBezTo>
                <a:lnTo>
                  <a:pt x="0" y="2337870"/>
                </a:lnTo>
                <a:close/>
              </a:path>
            </a:pathLst>
          </a:cu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7795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115A25-5547-3574-1A43-4A225BA53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4705346" cy="1485900"/>
          </a:xfrm>
        </p:spPr>
        <p:txBody>
          <a:bodyPr>
            <a:normAutofit/>
          </a:bodyPr>
          <a:lstStyle/>
          <a:p>
            <a:r>
              <a:rPr lang="cs-CZ" dirty="0"/>
              <a:t>Charakteristika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DE9D1C-F3F9-268F-C8FB-B88516350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49" y="2286000"/>
            <a:ext cx="4743353" cy="3581400"/>
          </a:xfrm>
        </p:spPr>
        <p:txBody>
          <a:bodyPr>
            <a:normAutofit/>
          </a:bodyPr>
          <a:lstStyle/>
          <a:p>
            <a:r>
              <a:rPr lang="cs-CZ" dirty="0"/>
              <a:t>Seriál obsahuje odkazy na videohry, například G-</a:t>
            </a:r>
            <a:r>
              <a:rPr lang="cs-CZ" dirty="0" err="1"/>
              <a:t>Toilet</a:t>
            </a:r>
            <a:r>
              <a:rPr lang="cs-CZ" dirty="0"/>
              <a:t> má tvář postavy z herní série </a:t>
            </a:r>
            <a:r>
              <a:rPr lang="cs-CZ" dirty="0" err="1"/>
              <a:t>Half-Life</a:t>
            </a:r>
            <a:r>
              <a:rPr lang="cs-CZ" dirty="0"/>
              <a:t>. </a:t>
            </a:r>
          </a:p>
          <a:p>
            <a:r>
              <a:rPr lang="cs-CZ" dirty="0"/>
              <a:t>Často předváděné tance Mluvčích pocházejí z </a:t>
            </a:r>
            <a:r>
              <a:rPr lang="cs-CZ" dirty="0" err="1"/>
              <a:t>battle</a:t>
            </a:r>
            <a:r>
              <a:rPr lang="cs-CZ" dirty="0"/>
              <a:t> </a:t>
            </a:r>
            <a:r>
              <a:rPr lang="cs-CZ" dirty="0" err="1"/>
              <a:t>royale</a:t>
            </a:r>
            <a:r>
              <a:rPr lang="cs-CZ" dirty="0"/>
              <a:t> hry </a:t>
            </a:r>
            <a:r>
              <a:rPr lang="cs-CZ" dirty="0" err="1"/>
              <a:t>Fortnite</a:t>
            </a:r>
            <a:r>
              <a:rPr lang="cs-CZ" dirty="0"/>
              <a:t>. </a:t>
            </a:r>
          </a:p>
          <a:p>
            <a:r>
              <a:rPr lang="cs-CZ" dirty="0"/>
              <a:t>Server Business Insider popsal seriál jako „nekonečné závody ve zbrojení, kdy záchodky i jejich nepřátelé [vyrábějí] silnější bojovníky“ </a:t>
            </a:r>
          </a:p>
        </p:txBody>
      </p:sp>
      <p:pic>
        <p:nvPicPr>
          <p:cNvPr id="7" name="Obrázek 6" descr="Obsah obrázku Písmo, symbol, logo, Grafika&#10;&#10;Popis byl vytvořen automaticky">
            <a:extLst>
              <a:ext uri="{FF2B5EF4-FFF2-40B4-BE49-F238E27FC236}">
                <a16:creationId xmlns:a16="http://schemas.microsoft.com/office/drawing/2014/main" id="{445833ED-E633-DE59-D506-0CC33A079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781" r="9824"/>
          <a:stretch/>
        </p:blipFill>
        <p:spPr>
          <a:xfrm>
            <a:off x="6742277" y="685800"/>
            <a:ext cx="4806252" cy="3368663"/>
          </a:xfrm>
          <a:prstGeom prst="rect">
            <a:avLst/>
          </a:prstGeom>
        </p:spPr>
      </p:pic>
      <p:pic>
        <p:nvPicPr>
          <p:cNvPr id="5" name="Obrázek 4" descr="Obsah obrázku Hrdina, Fiktivní postava, Superhrdina, fikce&#10;&#10;Popis byl vytvořen automaticky">
            <a:extLst>
              <a:ext uri="{FF2B5EF4-FFF2-40B4-BE49-F238E27FC236}">
                <a16:creationId xmlns:a16="http://schemas.microsoft.com/office/drawing/2014/main" id="{0E077956-D5AF-68D1-EEF7-0FBE95E278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8019" r="-2" b="16444"/>
          <a:stretch/>
        </p:blipFill>
        <p:spPr>
          <a:xfrm>
            <a:off x="6729220" y="4145903"/>
            <a:ext cx="4819307" cy="2047663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AD39CB9C-FE7E-CD99-DC87-0E4E3EE6A130}"/>
              </a:ext>
            </a:extLst>
          </p:cNvPr>
          <p:cNvSpPr txBox="1"/>
          <p:nvPr/>
        </p:nvSpPr>
        <p:spPr>
          <a:xfrm>
            <a:off x="9292782" y="3854408"/>
            <a:ext cx="225574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cs-CZ" sz="700">
                <a:solidFill>
                  <a:srgbClr val="FFFFFF"/>
                </a:solidFill>
                <a:hlinkClick r:id="rId3" tooltip="https://www.pngall.com/half-life-png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Tato fotka</a:t>
            </a:r>
            <a:r>
              <a:rPr lang="cs-CZ" sz="700">
                <a:solidFill>
                  <a:srgbClr val="FFFFFF"/>
                </a:solidFill>
              </a:rPr>
              <a:t> od autora Neznámý autor s licencí </a:t>
            </a:r>
            <a:r>
              <a:rPr lang="cs-CZ" sz="700">
                <a:solidFill>
                  <a:srgbClr val="FFFFFF"/>
                </a:solidFill>
                <a:hlinkClick r:id="rId6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cs-CZ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514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98CA5AE-F2E4-4A6F-B986-89804B1EC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00A08C-5AFE-9971-FD81-1BAD65A6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793475" cy="1485900"/>
          </a:xfrm>
        </p:spPr>
        <p:txBody>
          <a:bodyPr>
            <a:normAutofit/>
          </a:bodyPr>
          <a:lstStyle/>
          <a:p>
            <a:r>
              <a:rPr lang="cs-CZ" dirty="0"/>
              <a:t>Popularita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97382EC-DD1D-6C6D-BBDF-FDE571B2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3" y="2286000"/>
            <a:ext cx="5793475" cy="3581400"/>
          </a:xfrm>
        </p:spPr>
        <p:txBody>
          <a:bodyPr>
            <a:normAutofit/>
          </a:bodyPr>
          <a:lstStyle/>
          <a:p>
            <a:r>
              <a:rPr lang="cs-CZ" dirty="0"/>
              <a:t>Publikum </a:t>
            </a:r>
            <a:r>
              <a:rPr lang="cs-CZ" dirty="0" err="1"/>
              <a:t>Skibidi</a:t>
            </a:r>
            <a:r>
              <a:rPr lang="cs-CZ" dirty="0"/>
              <a:t> </a:t>
            </a:r>
            <a:r>
              <a:rPr lang="cs-CZ" dirty="0" err="1"/>
              <a:t>Toilet</a:t>
            </a:r>
            <a:r>
              <a:rPr lang="cs-CZ" dirty="0"/>
              <a:t> patří převážně ke generaci </a:t>
            </a:r>
            <a:r>
              <a:rPr lang="cs-CZ" dirty="0" err="1"/>
              <a:t>Alpha</a:t>
            </a:r>
            <a:endParaRPr lang="cs-CZ" dirty="0"/>
          </a:p>
          <a:p>
            <a:r>
              <a:rPr lang="cs-CZ" dirty="0"/>
              <a:t>V oblibě mezi žáky základních škol</a:t>
            </a:r>
          </a:p>
          <a:p>
            <a:r>
              <a:rPr lang="cs-CZ" dirty="0"/>
              <a:t>Někteří příslušníci starších generací označili seriál za „Brain Rot“</a:t>
            </a:r>
          </a:p>
          <a:p>
            <a:r>
              <a:rPr lang="pt-BR" dirty="0"/>
              <a:t>seriál si našel cestu do internetových memů a videí na Instagramu</a:t>
            </a:r>
            <a:r>
              <a:rPr lang="cs-CZ" dirty="0"/>
              <a:t> a </a:t>
            </a:r>
            <a:r>
              <a:rPr lang="cs-CZ" dirty="0" err="1"/>
              <a:t>TikToku</a:t>
            </a:r>
            <a:endParaRPr lang="cs-CZ" dirty="0"/>
          </a:p>
          <a:p>
            <a:r>
              <a:rPr lang="cs-CZ" dirty="0"/>
              <a:t>některá slova v textech písní za slang generace Alfa, včetně „</a:t>
            </a:r>
            <a:r>
              <a:rPr lang="cs-CZ" dirty="0" err="1"/>
              <a:t>skibidi</a:t>
            </a:r>
            <a:r>
              <a:rPr lang="cs-CZ" dirty="0"/>
              <a:t>“, pro humorný efekt</a:t>
            </a:r>
          </a:p>
        </p:txBody>
      </p:sp>
      <p:pic>
        <p:nvPicPr>
          <p:cNvPr id="5" name="Obrázek 4" descr="Obsah obrázku Grafika, kruh, Barevnost, symbol&#10;&#10;Popis byl vytvořen automaticky">
            <a:extLst>
              <a:ext uri="{FF2B5EF4-FFF2-40B4-BE49-F238E27FC236}">
                <a16:creationId xmlns:a16="http://schemas.microsoft.com/office/drawing/2014/main" id="{75EDFF04-6479-9809-CB96-32114FB7D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917" r="-3" b="11433"/>
          <a:stretch/>
        </p:blipFill>
        <p:spPr>
          <a:xfrm>
            <a:off x="7612260" y="-1"/>
            <a:ext cx="4579739" cy="343845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7E3959-D0D8-49DB-A48B-CE4FC3687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7" name="Obrázek 6" descr="Obsah obrázku Grafika, Písmo, grafický design, symbol&#10;&#10;Popis byl vytvořen automaticky">
            <a:extLst>
              <a:ext uri="{FF2B5EF4-FFF2-40B4-BE49-F238E27FC236}">
                <a16:creationId xmlns:a16="http://schemas.microsoft.com/office/drawing/2014/main" id="{001DC49E-C85C-7C39-9105-227BF0BB3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3972" r="-9" b="23618"/>
          <a:stretch/>
        </p:blipFill>
        <p:spPr>
          <a:xfrm>
            <a:off x="7612260" y="3438457"/>
            <a:ext cx="4579739" cy="3429000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FA15A3A2-E9FF-D2AA-FCD3-874148732130}"/>
              </a:ext>
            </a:extLst>
          </p:cNvPr>
          <p:cNvSpPr txBox="1"/>
          <p:nvPr/>
        </p:nvSpPr>
        <p:spPr>
          <a:xfrm>
            <a:off x="9936253" y="6667402"/>
            <a:ext cx="225574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cs-CZ" sz="700">
                <a:solidFill>
                  <a:srgbClr val="FFFFFF"/>
                </a:solidFill>
                <a:hlinkClick r:id="rId5" tooltip="https://www.pngall.com/tiktok-png/download/336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Tato fotka</a:t>
            </a:r>
            <a:r>
              <a:rPr lang="cs-CZ" sz="700">
                <a:solidFill>
                  <a:srgbClr val="FFFFFF"/>
                </a:solidFill>
              </a:rPr>
              <a:t> od autora Neznámý autor s licencí </a:t>
            </a:r>
            <a:r>
              <a:rPr lang="cs-CZ" sz="700">
                <a:solidFill>
                  <a:srgbClr val="FFFFFF"/>
                </a:solidFill>
                <a:hlinkClick r:id="rId6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cs-CZ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0085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</p:grp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5C75F0E-0486-506A-5EC0-7A50F65D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cap="all"/>
              <a:t>Ukázka</a:t>
            </a:r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  <p:pic>
        <p:nvPicPr>
          <p:cNvPr id="6" name="Online médium 5" title="Skibidi Toilet - Season 1 [FULL SCREEN]">
            <a:hlinkClick r:id="" action="ppaction://media"/>
            <a:extLst>
              <a:ext uri="{FF2B5EF4-FFF2-40B4-BE49-F238E27FC236}">
                <a16:creationId xmlns:a16="http://schemas.microsoft.com/office/drawing/2014/main" id="{5D41F423-2556-FCEA-97BC-F9B9E724E43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79023" y="1929866"/>
            <a:ext cx="5659222" cy="31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65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1971C0-06B1-DC3B-C327-8D45305B8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Děkuji za pozornost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A52222-B3DC-BD14-B766-2A4D28409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18835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6027DA-42EF-75CA-C171-F5154087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F64571-EFDB-55FC-7F90-F85DD6044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Přispěvatelé Wikipedie,</a:t>
            </a:r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cs-CZ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Skibidi</a:t>
            </a:r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Toilet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[online], Wikipedie: Otevřená encyklopedie, c2024, Datum poslední revize 15. 08. 2024, 20:07 UTC, [citováno 26. 09. 2024] </a:t>
            </a:r>
            <a:r>
              <a:rPr lang="cs-CZ" b="0" i="0" u="none" strike="noStrike" dirty="0">
                <a:effectLst/>
                <a:latin typeface="Arial" panose="020B0604020202020204" pitchFamily="34" charset="0"/>
                <a:hlinkClick r:id="rId2"/>
              </a:rPr>
              <a:t>https://cs.wikipedia.org/w/index.php?title=Skibidi_Toilet&amp;oldid=24166648</a:t>
            </a:r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>
                <a:hlinkClick r:id="rId3"/>
              </a:rPr>
              <a:t>20240123 Omega Marine v long v 2 full res 1 (youtube.com)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39724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říznutí">
  <a:themeElements>
    <a:clrScheme name="Oříznutí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říznutí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říznutí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TM10001105[[fn=Oříznutí]]</Template>
  <TotalTime>173</TotalTime>
  <Words>293</Words>
  <Application>Microsoft Office PowerPoint</Application>
  <PresentationFormat>Širokoúhlá obrazovka</PresentationFormat>
  <Paragraphs>27</Paragraphs>
  <Slides>8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2" baseType="lpstr">
      <vt:lpstr>Adobe Gothic Std B</vt:lpstr>
      <vt:lpstr>Arial</vt:lpstr>
      <vt:lpstr>Franklin Gothic Book</vt:lpstr>
      <vt:lpstr>Oříznutí</vt:lpstr>
      <vt:lpstr>  </vt:lpstr>
      <vt:lpstr>O skibidi toilet</vt:lpstr>
      <vt:lpstr>Děj</vt:lpstr>
      <vt:lpstr>Charakteristika</vt:lpstr>
      <vt:lpstr>Popularita</vt:lpstr>
      <vt:lpstr>Ukázka</vt:lpstr>
      <vt:lpstr>Děkuji za pozornost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3.D Novan Martin</dc:creator>
  <cp:lastModifiedBy>3.D Novan Martin</cp:lastModifiedBy>
  <cp:revision>1</cp:revision>
  <dcterms:created xsi:type="dcterms:W3CDTF">2024-09-26T06:12:09Z</dcterms:created>
  <dcterms:modified xsi:type="dcterms:W3CDTF">2024-10-08T12:36:54Z</dcterms:modified>
</cp:coreProperties>
</file>